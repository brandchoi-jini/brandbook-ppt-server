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272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4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1.png"/><Relationship Id="rId3" Type="http://schemas.openxmlformats.org/officeDocument/2006/relationships/image" Target="../media/image14.png"/><Relationship Id="rId7" Type="http://schemas.openxmlformats.org/officeDocument/2006/relationships/image" Target="../media/image36.png"/><Relationship Id="rId12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4.png"/><Relationship Id="rId7" Type="http://schemas.openxmlformats.org/officeDocument/2006/relationships/image" Target="../media/image44.png"/><Relationship Id="rId12" Type="http://schemas.openxmlformats.org/officeDocument/2006/relationships/image" Target="../media/image4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30.png"/><Relationship Id="rId5" Type="http://schemas.openxmlformats.org/officeDocument/2006/relationships/image" Target="../media/image36.png"/><Relationship Id="rId10" Type="http://schemas.openxmlformats.org/officeDocument/2006/relationships/image" Target="../media/image46.png"/><Relationship Id="rId4" Type="http://schemas.openxmlformats.org/officeDocument/2006/relationships/image" Target="../media/image43.pn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4.png"/><Relationship Id="rId7" Type="http://schemas.openxmlformats.org/officeDocument/2006/relationships/image" Target="../media/image49.png"/><Relationship Id="rId12" Type="http://schemas.openxmlformats.org/officeDocument/2006/relationships/image" Target="../media/image5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30.png"/><Relationship Id="rId5" Type="http://schemas.openxmlformats.org/officeDocument/2006/relationships/image" Target="../media/image36.png"/><Relationship Id="rId10" Type="http://schemas.openxmlformats.org/officeDocument/2006/relationships/image" Target="../media/image50.png"/><Relationship Id="rId4" Type="http://schemas.openxmlformats.org/officeDocument/2006/relationships/image" Target="../media/image48.png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14.png"/><Relationship Id="rId7" Type="http://schemas.openxmlformats.org/officeDocument/2006/relationships/image" Target="../media/image5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8.png"/><Relationship Id="rId3" Type="http://schemas.openxmlformats.org/officeDocument/2006/relationships/image" Target="../media/image14.png"/><Relationship Id="rId7" Type="http://schemas.openxmlformats.org/officeDocument/2006/relationships/image" Target="../media/image63.png"/><Relationship Id="rId12" Type="http://schemas.openxmlformats.org/officeDocument/2006/relationships/image" Target="../media/image6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6.png"/><Relationship Id="rId5" Type="http://schemas.openxmlformats.org/officeDocument/2006/relationships/image" Target="../media/image61.png"/><Relationship Id="rId10" Type="http://schemas.openxmlformats.org/officeDocument/2006/relationships/image" Target="../media/image65.png"/><Relationship Id="rId4" Type="http://schemas.openxmlformats.org/officeDocument/2006/relationships/image" Target="../media/image60.png"/><Relationship Id="rId9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14.png"/><Relationship Id="rId7" Type="http://schemas.openxmlformats.org/officeDocument/2006/relationships/image" Target="../media/image7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14.png"/><Relationship Id="rId7" Type="http://schemas.openxmlformats.org/officeDocument/2006/relationships/image" Target="../media/image7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69.png"/><Relationship Id="rId9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1400" y="8978900"/>
            <a:ext cx="3200400" cy="3200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0600" y="5092700"/>
            <a:ext cx="1587500" cy="1587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3843000" y="5308600"/>
            <a:ext cx="1270000" cy="1155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04100" y="10579100"/>
            <a:ext cx="1587500" cy="15875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0256500" y="10795000"/>
            <a:ext cx="1270000" cy="1155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78300" y="2578100"/>
            <a:ext cx="3225800" cy="32258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451100" y="2451100"/>
            <a:ext cx="32143700" cy="340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9304000" y="6591300"/>
            <a:ext cx="3200400" cy="16002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 rot="5400000">
            <a:off x="19570700" y="6756400"/>
            <a:ext cx="24384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0" y="8991600"/>
            <a:ext cx="3187700" cy="3187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6903700" y="5778500"/>
            <a:ext cx="3200400" cy="3213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6891000" y="6248400"/>
            <a:ext cx="2743200" cy="2743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16903700" y="8978900"/>
            <a:ext cx="3200400" cy="3213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16891000" y="8978900"/>
            <a:ext cx="2743200" cy="2743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>
            <a:alphaModFix amt="12000"/>
          </a:blip>
          <a:stretch>
            <a:fillRect/>
          </a:stretch>
        </p:blipFill>
        <p:spPr>
          <a:xfrm>
            <a:off x="16903700" y="8978900"/>
            <a:ext cx="3200400" cy="3200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-12700" y="279400"/>
            <a:ext cx="37033200" cy="2058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549400" y="6083300"/>
            <a:ext cx="8877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0310"/>
              </a:lnSpc>
            </a:pPr>
            <a:r>
              <a:rPr lang="en-US" sz="3333" b="0" i="0" u="none" strike="noStrike">
                <a:solidFill>
                  <a:srgbClr val="4A4B4D"/>
                </a:solidFill>
                <a:latin typeface="Pretendard Regular"/>
                <a:ea typeface="Pretendard Regular"/>
                <a:cs typeface="Pretendard Regular"/>
              </a:rPr>
              <a:t>슬로건을 입력해 주세요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59000" y="11366500"/>
            <a:ext cx="8915400" cy="736600"/>
          </a:xfrm>
          <a:prstGeom prst="rect">
            <a:avLst/>
          </a:prstGeom>
        </p:spPr>
        <p:txBody>
          <a:bodyPr lIns="0" tIns="2794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119" b="0" i="0" u="none" strike="noStrike">
                <a:solidFill>
                  <a:srgbClr val="4A4B4D"/>
                </a:solidFill>
                <a:latin typeface="Pretendard Medium"/>
                <a:ea typeface="Pretendard Medium"/>
                <a:cs typeface="Pretendard Medium"/>
              </a:rPr>
              <a:t>학원명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47800" y="1892300"/>
            <a:ext cx="12217400" cy="4064000"/>
          </a:xfrm>
          <a:prstGeom prst="rect">
            <a:avLst/>
          </a:prstGeom>
        </p:spPr>
        <p:txBody>
          <a:bodyPr lIns="0" tIns="198966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533" b="1" i="0" u="none" strike="noStrike" spc="100">
                <a:solidFill>
                  <a:srgbClr val="0F243E"/>
                </a:solidFill>
                <a:latin typeface="Pretendard SemiBold"/>
                <a:ea typeface="Pretendard SemiBold"/>
                <a:cs typeface="Pretendard SemiBold"/>
              </a:rPr>
              <a:t>제목을</a:t>
            </a:r>
          </a:p>
          <a:p>
            <a:pPr lvl="0" algn="l">
              <a:lnSpc>
                <a:spcPct val="95449"/>
              </a:lnSpc>
            </a:pPr>
            <a:r>
              <a:rPr lang="en-US" sz="12533" b="1" i="0" u="none" strike="noStrike" spc="100">
                <a:solidFill>
                  <a:srgbClr val="0F243E"/>
                </a:solidFill>
                <a:latin typeface="Pretendard SemiBold"/>
                <a:ea typeface="Pretendard SemiBold"/>
                <a:cs typeface="Pretendard SemiBold"/>
              </a:rPr>
              <a:t>입력해 주세요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49400" y="11582400"/>
            <a:ext cx="304800" cy="2921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2700" y="50800"/>
            <a:ext cx="3378200" cy="2336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06400"/>
            <a:ext cx="1016000" cy="1016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06500" y="622300"/>
            <a:ext cx="7493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01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1384300"/>
            <a:ext cx="209931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5100" y="-1663700"/>
            <a:ext cx="2870200" cy="28702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8237200" y="762000"/>
            <a:ext cx="50546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r">
              <a:lnSpc>
                <a:spcPct val="103749"/>
              </a:lnSpc>
            </a:pPr>
            <a:r>
              <a:rPr lang="en-US" sz="2133" b="0" i="0" u="none" strike="noStrike">
                <a:solidFill>
                  <a:srgbClr val="0F243E"/>
                </a:solidFill>
                <a:latin typeface="Pretendard Medium"/>
                <a:ea typeface="Pretendard Medium"/>
                <a:cs typeface="Pretendard Medium"/>
              </a:rPr>
              <a:t>Information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41800" y="2197100"/>
            <a:ext cx="15900400" cy="1308100"/>
          </a:xfrm>
          <a:prstGeom prst="rect">
            <a:avLst/>
          </a:prstGeom>
        </p:spPr>
        <p:txBody>
          <a:bodyPr lIns="0" tIns="5122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7333" b="0" i="0" u="none" strike="noStrike">
                <a:solidFill>
                  <a:srgbClr val="0F243E"/>
                </a:solidFill>
                <a:latin typeface="Pretendard Regular"/>
                <a:ea typeface="Pretendard Regular"/>
                <a:cs typeface="Pretendard Regular"/>
              </a:rPr>
              <a:t>학원의 정체성과 교육철학을 보여주세요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84400" y="5689600"/>
            <a:ext cx="8013700" cy="6527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5689600"/>
            <a:ext cx="8013700" cy="6527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>
            <a:off x="2324100" y="6540500"/>
            <a:ext cx="520700" cy="520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324100" y="7251700"/>
            <a:ext cx="5257800" cy="787400"/>
          </a:xfrm>
          <a:prstGeom prst="rect">
            <a:avLst/>
          </a:prstGeom>
        </p:spPr>
        <p:txBody>
          <a:bodyPr lIns="0" tIns="27927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4397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학원에 대한 한 줄 정의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24100" y="8064500"/>
            <a:ext cx="5181600" cy="406400"/>
          </a:xfrm>
          <a:prstGeom prst="rect">
            <a:avLst/>
          </a:prstGeom>
        </p:spPr>
        <p:txBody>
          <a:bodyPr lIns="0" tIns="1439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266" b="0" i="0" u="none" strike="noStrike" spc="-100">
                <a:solidFill>
                  <a:srgbClr val="000000">
                    <a:alpha val="50196"/>
                  </a:srgbClr>
                </a:solidFill>
                <a:latin typeface="Pretendard Bold"/>
                <a:ea typeface="Pretendard Bold"/>
                <a:cs typeface="Pretendard Bold"/>
              </a:rPr>
              <a:t>우리의 존재 이유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6967200" y="6553200"/>
            <a:ext cx="520700" cy="5207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6967200" y="7251700"/>
            <a:ext cx="5257800" cy="787400"/>
          </a:xfrm>
          <a:prstGeom prst="rect">
            <a:avLst/>
          </a:prstGeom>
        </p:spPr>
        <p:txBody>
          <a:bodyPr lIns="0" tIns="27927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4397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교육 철학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967200" y="8064500"/>
            <a:ext cx="5181600" cy="406400"/>
          </a:xfrm>
          <a:prstGeom prst="rect">
            <a:avLst/>
          </a:prstGeom>
        </p:spPr>
        <p:txBody>
          <a:bodyPr lIns="0" tIns="1439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266" b="0" i="0" u="none" strike="noStrike" spc="-100">
                <a:solidFill>
                  <a:srgbClr val="000000">
                    <a:alpha val="50196"/>
                  </a:srgbClr>
                </a:solidFill>
                <a:latin typeface="Pretendard Bold"/>
                <a:ea typeface="Pretendard Bold"/>
                <a:cs typeface="Pretendard Bold"/>
              </a:rPr>
              <a:t>우리가 그리는 미래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967200" y="9017000"/>
            <a:ext cx="5194300" cy="219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세부 내용을 입력해 주세요</a:t>
            </a:r>
          </a:p>
          <a:p>
            <a:pPr lvl="0" algn="l">
              <a:lnSpc>
                <a:spcPct val="14110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세부 내용을 입력해 주세요</a:t>
            </a:r>
          </a:p>
          <a:p>
            <a:pPr lvl="0" algn="l">
              <a:lnSpc>
                <a:spcPct val="14110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세부 내용을 입력해 주세요</a:t>
            </a:r>
          </a:p>
          <a:p>
            <a:pPr lvl="0" algn="l">
              <a:lnSpc>
                <a:spcPct val="14110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세부 내용을 입력해 주세요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24100" y="8953500"/>
            <a:ext cx="5194300" cy="219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세부 내용을 입력해 주세요</a:t>
            </a:r>
          </a:p>
          <a:p>
            <a:pPr lvl="0" algn="l">
              <a:lnSpc>
                <a:spcPct val="14110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세부 내용을 입력해 주세요</a:t>
            </a:r>
          </a:p>
          <a:p>
            <a:pPr lvl="0" algn="l">
              <a:lnSpc>
                <a:spcPct val="14110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세부 내용을 입력해 주세요</a:t>
            </a:r>
          </a:p>
          <a:p>
            <a:pPr lvl="0" algn="l">
              <a:lnSpc>
                <a:spcPct val="14110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세부 내용을 입력해 주세요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6500" y="3810000"/>
            <a:ext cx="8674100" cy="9321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06400"/>
            <a:ext cx="1016000" cy="1016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168400" y="622300"/>
            <a:ext cx="8128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02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1384300"/>
            <a:ext cx="209931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5100" y="-1663700"/>
            <a:ext cx="2870200" cy="28702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8237200" y="762000"/>
            <a:ext cx="50546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r">
              <a:lnSpc>
                <a:spcPct val="103749"/>
              </a:lnSpc>
            </a:pPr>
            <a:r>
              <a:rPr lang="en-US" sz="2133" b="0" i="0" u="none" strike="noStrike">
                <a:solidFill>
                  <a:srgbClr val="0F243E"/>
                </a:solidFill>
                <a:latin typeface="Pretendard Medium"/>
                <a:ea typeface="Pretendard Medium"/>
                <a:cs typeface="Pretendard Medium"/>
              </a:rPr>
              <a:t>Information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41800" y="2197100"/>
            <a:ext cx="15900400" cy="1308100"/>
          </a:xfrm>
          <a:prstGeom prst="rect">
            <a:avLst/>
          </a:prstGeom>
        </p:spPr>
        <p:txBody>
          <a:bodyPr lIns="0" tIns="5122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7333" b="0" i="0" u="none" strike="noStrike">
                <a:solidFill>
                  <a:srgbClr val="0F243E"/>
                </a:solidFill>
                <a:latin typeface="Pretendard Regular"/>
                <a:ea typeface="Pretendard Regular"/>
                <a:cs typeface="Pretendard Regular"/>
              </a:rPr>
              <a:t>학원의 핵심 강점을 보여주세요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1485900" y="4495800"/>
            <a:ext cx="635000" cy="635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485900" y="6324600"/>
            <a:ext cx="6794500" cy="1054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강점에 대한 세부 설명을 적어주세요</a:t>
            </a:r>
          </a:p>
          <a:p>
            <a:pPr lvl="0" algn="l">
              <a:lnSpc>
                <a:spcPct val="14110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강점에 대한 세부 설명을 적어주세요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85900" y="5334000"/>
            <a:ext cx="5486400" cy="787400"/>
          </a:xfrm>
          <a:prstGeom prst="rect">
            <a:avLst/>
          </a:prstGeom>
        </p:spPr>
        <p:txBody>
          <a:bodyPr lIns="0" tIns="27927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4397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핵심 강점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85900" y="10134600"/>
            <a:ext cx="6794500" cy="1054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강점에 대한 세부 설명을 적어주세요</a:t>
            </a:r>
          </a:p>
          <a:p>
            <a:pPr lvl="0" algn="l">
              <a:lnSpc>
                <a:spcPct val="14110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강점에 대한 세부 설명을 적어주세요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5900" y="9144000"/>
            <a:ext cx="5486400" cy="787400"/>
          </a:xfrm>
          <a:prstGeom prst="rect">
            <a:avLst/>
          </a:prstGeom>
        </p:spPr>
        <p:txBody>
          <a:bodyPr lIns="0" tIns="27927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4397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핵심 강점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027400" y="6324600"/>
            <a:ext cx="6934200" cy="1054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110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강점에 대한 세부 설명을 적어주세요
강점에 대한 세부 설명을 적어주세요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399000" y="5334000"/>
            <a:ext cx="5499100" cy="787400"/>
          </a:xfrm>
          <a:prstGeom prst="rect">
            <a:avLst/>
          </a:prstGeom>
        </p:spPr>
        <p:txBody>
          <a:bodyPr lIns="0" tIns="27927" rIns="0" bIns="0" rtlCol="0" anchor="t"/>
          <a:lstStyle/>
          <a:p>
            <a:pPr lvl="0" algn="r">
              <a:lnSpc>
                <a:spcPct val="107899"/>
              </a:lnSpc>
            </a:pPr>
            <a:r>
              <a:rPr lang="en-US" sz="4397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핵심 강점 3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22237700" y="4495800"/>
            <a:ext cx="635000" cy="635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>
            <a:off x="1485900" y="8305800"/>
            <a:ext cx="635000" cy="635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22237700" y="8293100"/>
            <a:ext cx="635000" cy="635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5384800" y="5524500"/>
            <a:ext cx="3314700" cy="660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5384800" y="9321800"/>
            <a:ext cx="3314700" cy="660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15684500" y="5524500"/>
            <a:ext cx="3314700" cy="660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15684500" y="9321800"/>
            <a:ext cx="3314700" cy="6604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6027400" y="10121900"/>
            <a:ext cx="6934200" cy="1054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110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강점에 대한 세부 설명을 적어주세요
강점에 대한 세부 설명을 적어주세요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399000" y="9131300"/>
            <a:ext cx="5499100" cy="787400"/>
          </a:xfrm>
          <a:prstGeom prst="rect">
            <a:avLst/>
          </a:prstGeom>
        </p:spPr>
        <p:txBody>
          <a:bodyPr lIns="0" tIns="27927" rIns="0" bIns="0" rtlCol="0" anchor="t"/>
          <a:lstStyle/>
          <a:p>
            <a:pPr lvl="0" algn="r">
              <a:lnSpc>
                <a:spcPct val="107899"/>
              </a:lnSpc>
            </a:pPr>
            <a:r>
              <a:rPr lang="en-US" sz="4397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핵심 강점 4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4300" y="5080000"/>
            <a:ext cx="6337300" cy="6096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39700" y="12687300"/>
            <a:ext cx="246888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06400"/>
            <a:ext cx="1016000" cy="1016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168400" y="622300"/>
            <a:ext cx="8255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03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1384300"/>
            <a:ext cx="209931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5100" y="-1663700"/>
            <a:ext cx="2870200" cy="28702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8237200" y="762000"/>
            <a:ext cx="50546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r">
              <a:lnSpc>
                <a:spcPct val="103749"/>
              </a:lnSpc>
            </a:pPr>
            <a:r>
              <a:rPr lang="en-US" sz="2133" b="0" i="0" u="none" strike="noStrike">
                <a:solidFill>
                  <a:srgbClr val="0F243E"/>
                </a:solidFill>
                <a:latin typeface="Pretendard Medium"/>
                <a:ea typeface="Pretendard Medium"/>
                <a:cs typeface="Pretendard Medium"/>
              </a:rPr>
              <a:t>Information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14700" y="2197100"/>
            <a:ext cx="17767300" cy="1308100"/>
          </a:xfrm>
          <a:prstGeom prst="rect">
            <a:avLst/>
          </a:prstGeom>
        </p:spPr>
        <p:txBody>
          <a:bodyPr lIns="0" tIns="5122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7333" b="0" i="0" u="none" strike="noStrike">
                <a:solidFill>
                  <a:srgbClr val="0F243E"/>
                </a:solidFill>
                <a:latin typeface="Pretendard Regular"/>
                <a:ea typeface="Pretendard Regular"/>
                <a:cs typeface="Pretendard Regular"/>
              </a:rPr>
              <a:t>학원의 주요 실적과 성장 사례를 보여주세요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1244600" y="4546600"/>
            <a:ext cx="21894800" cy="7277100"/>
          </a:xfrm>
          <a:prstGeom prst="rect">
            <a:avLst/>
          </a:prstGeom>
          <a:effectLst>
            <a:outerShdw blurRad="363972" dir="5400000">
              <a:srgbClr val="FF5412">
                <a:alpha val="5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2311400" y="304800"/>
            <a:ext cx="19773900" cy="1577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0" y="9969500"/>
            <a:ext cx="1422400" cy="1422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362200" y="5207000"/>
            <a:ext cx="2527300" cy="711200"/>
          </a:xfrm>
          <a:prstGeom prst="rect">
            <a:avLst/>
          </a:prstGeom>
        </p:spPr>
        <p:txBody>
          <a:bodyPr lIns="0" tIns="91440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4000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입시 성과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62200" y="6223000"/>
            <a:ext cx="9664700" cy="4584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3722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입시 성과를 구체적으로 적어주세요</a:t>
            </a:r>
          </a:p>
          <a:p>
            <a:pPr marL="342900" lvl="1" indent="-342900" algn="l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3722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입시 성과를 구체적으로 적어주세요</a:t>
            </a:r>
          </a:p>
          <a:p>
            <a:pPr marL="342900" lvl="1" indent="-342900" algn="l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3722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입시 성과를 구체적으로 적어주세요</a:t>
            </a:r>
          </a:p>
          <a:p>
            <a:pPr marL="342900" lvl="1" indent="-342900" algn="l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3722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입시 성과를 구체적으로 적어주세요</a:t>
            </a:r>
          </a:p>
          <a:p>
            <a:pPr marL="342900" lvl="1" indent="-342900" algn="l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3722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입시 성과를 구체적으로 적어주세요</a:t>
            </a:r>
          </a:p>
          <a:p>
            <a:pPr marL="342900" lvl="1" indent="-342900" algn="l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3722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입시 성과를 구체적으로 적어주세요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06400"/>
            <a:ext cx="1016000" cy="1016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19200" y="622300"/>
            <a:ext cx="7239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04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1384300"/>
            <a:ext cx="209931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5100" y="-1663700"/>
            <a:ext cx="2870200" cy="28702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8237200" y="762000"/>
            <a:ext cx="50546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r">
              <a:lnSpc>
                <a:spcPct val="103749"/>
              </a:lnSpc>
            </a:pPr>
            <a:r>
              <a:rPr lang="en-US" sz="2133" b="0" i="0" u="none" strike="noStrike">
                <a:solidFill>
                  <a:srgbClr val="0F243E"/>
                </a:solidFill>
                <a:latin typeface="Pretendard Medium"/>
                <a:ea typeface="Pretendard Medium"/>
                <a:cs typeface="Pretendard Medium"/>
              </a:rPr>
              <a:t>Information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87500" y="6337300"/>
            <a:ext cx="38481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585" b="0" i="0" u="none" strike="noStrike">
                <a:solidFill>
                  <a:srgbClr val="0057C1"/>
                </a:solidFill>
                <a:latin typeface="Pretendard Bold"/>
                <a:ea typeface="Pretendard Bold"/>
                <a:cs typeface="Pretendard Bold"/>
              </a:rPr>
              <a:t>학원 반구성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74800" y="2133600"/>
            <a:ext cx="9537700" cy="2501900"/>
          </a:xfrm>
          <a:prstGeom prst="rect">
            <a:avLst/>
          </a:prstGeom>
        </p:spPr>
        <p:txBody>
          <a:bodyPr lIns="0" tIns="51223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7333" b="0" i="0" u="none" strike="noStrike">
                <a:solidFill>
                  <a:srgbClr val="0F243E"/>
                </a:solidFill>
                <a:latin typeface="Pretendard Regular"/>
                <a:ea typeface="Pretendard Regular"/>
                <a:cs typeface="Pretendard Regular"/>
              </a:rPr>
              <a:t>학원의 레벨별 반구성과 학습 체계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5500" y="7213600"/>
            <a:ext cx="10528300" cy="1016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446000" y="7429500"/>
            <a:ext cx="101600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0600" y="7327900"/>
            <a:ext cx="787400" cy="787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2484100" y="7429500"/>
            <a:ext cx="660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3347700" y="7442200"/>
            <a:ext cx="71120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반 이름을 적어주세요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85700" y="7442200"/>
            <a:ext cx="4572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95200" y="8483600"/>
            <a:ext cx="100203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81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세부적인 내용을 적어주세요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2100" y="7213600"/>
            <a:ext cx="10528300" cy="1016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739900" y="7429500"/>
            <a:ext cx="101600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200" y="7327900"/>
            <a:ext cx="787400" cy="787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790700" y="7429500"/>
            <a:ext cx="660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2641600" y="7442200"/>
            <a:ext cx="68834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반 이름을 적어주세요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92300" y="7442200"/>
            <a:ext cx="4572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89100" y="8483600"/>
            <a:ext cx="100203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81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세부적인 내용을 적어주세요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2100" y="9461500"/>
            <a:ext cx="10515600" cy="10795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752600" y="9677400"/>
            <a:ext cx="101600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7200" y="9601200"/>
            <a:ext cx="787400" cy="7874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790700" y="9715500"/>
            <a:ext cx="660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2654300" y="9728200"/>
            <a:ext cx="90170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반 이름을 적어주세요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68500" y="9728200"/>
            <a:ext cx="3175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01800" y="10782300"/>
            <a:ext cx="100203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81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세부적인 내용을 적어주세요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200" y="5562600"/>
            <a:ext cx="22136100" cy="127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243800" y="5245100"/>
            <a:ext cx="1714500" cy="12192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1257300" y="406400"/>
            <a:ext cx="39674800" cy="1090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39700" y="12687300"/>
            <a:ext cx="24688800" cy="10414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2573000" y="2971800"/>
            <a:ext cx="9702800" cy="167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8650"/>
              </a:lnSpc>
            </a:pPr>
            <a:r>
              <a:rPr lang="en-US" sz="2935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레벨별 반구성과 학습체게에 대해 자세하게 적어주세요</a:t>
            </a:r>
          </a:p>
          <a:p>
            <a:pPr lvl="0" algn="l">
              <a:lnSpc>
                <a:spcPct val="128650"/>
              </a:lnSpc>
            </a:pPr>
            <a:r>
              <a:rPr lang="en-US" sz="2935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레벨별 반구성과 학습체게에 대해 자세하게 적어주세요</a:t>
            </a:r>
          </a:p>
          <a:p>
            <a:pPr lvl="0" algn="l">
              <a:lnSpc>
                <a:spcPct val="128650"/>
              </a:lnSpc>
            </a:pPr>
            <a:r>
              <a:rPr lang="en-US" sz="2935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레벨별 반구성과 학습체게에 대해 자세하게 적어주세요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68200" y="9423400"/>
            <a:ext cx="10515600" cy="10795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10071100" y="647700"/>
            <a:ext cx="14922500" cy="1861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33300" y="9575800"/>
            <a:ext cx="787400" cy="78740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71500" y="571500"/>
            <a:ext cx="24511000" cy="1879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13347700" y="9690100"/>
            <a:ext cx="90170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반 이름을 적어주세요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674600" y="9690100"/>
            <a:ext cx="3175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407900" y="10744200"/>
            <a:ext cx="100203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81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세부적인 내용을 적어주세요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87500" y="1612900"/>
            <a:ext cx="5664200" cy="520700"/>
          </a:xfrm>
          <a:prstGeom prst="rect">
            <a:avLst/>
          </a:prstGeom>
        </p:spPr>
        <p:txBody>
          <a:bodyPr lIns="0" tIns="55879" rIns="0" bIns="55879" rtlCol="0" anchor="ctr"/>
          <a:lstStyle/>
          <a:p>
            <a:pPr lvl="0" algn="l">
              <a:lnSpc>
                <a:spcPct val="91299"/>
              </a:lnSpc>
            </a:pPr>
            <a:r>
              <a:rPr lang="en-US" sz="2933" b="0" i="0" u="none" strike="noStrike">
                <a:solidFill>
                  <a:srgbClr val="0057C1"/>
                </a:solidFill>
                <a:latin typeface="NEXON Lv2 Gothic Bold"/>
                <a:ea typeface="NEXON Lv2 Gothic Bold"/>
                <a:cs typeface="NEXON Lv2 Gothic Bold"/>
              </a:rPr>
              <a:t>초등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06400"/>
            <a:ext cx="1016000" cy="1016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19200" y="622300"/>
            <a:ext cx="7239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04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1384300"/>
            <a:ext cx="209931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5100" y="-1663700"/>
            <a:ext cx="2870200" cy="28702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8237200" y="762000"/>
            <a:ext cx="50546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r">
              <a:lnSpc>
                <a:spcPct val="103749"/>
              </a:lnSpc>
            </a:pPr>
            <a:r>
              <a:rPr lang="en-US" sz="2133" b="0" i="0" u="none" strike="noStrike">
                <a:solidFill>
                  <a:srgbClr val="0F243E"/>
                </a:solidFill>
                <a:latin typeface="Pretendard Medium"/>
                <a:ea typeface="Pretendard Medium"/>
                <a:cs typeface="Pretendard Medium"/>
              </a:rPr>
              <a:t>Information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87500" y="6337300"/>
            <a:ext cx="38481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585" b="0" i="0" u="none" strike="noStrike">
                <a:solidFill>
                  <a:srgbClr val="0057C1"/>
                </a:solidFill>
                <a:latin typeface="Pretendard Bold"/>
                <a:ea typeface="Pretendard Bold"/>
                <a:cs typeface="Pretendard Bold"/>
              </a:rPr>
              <a:t>학원 반구성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74800" y="2133600"/>
            <a:ext cx="9537700" cy="2501900"/>
          </a:xfrm>
          <a:prstGeom prst="rect">
            <a:avLst/>
          </a:prstGeom>
        </p:spPr>
        <p:txBody>
          <a:bodyPr lIns="0" tIns="51223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7333" b="0" i="0" u="none" strike="noStrike">
                <a:solidFill>
                  <a:srgbClr val="0F243E"/>
                </a:solidFill>
                <a:latin typeface="Pretendard Regular"/>
                <a:ea typeface="Pretendard Regular"/>
                <a:cs typeface="Pretendard Regular"/>
              </a:rPr>
              <a:t>학원의 레벨별 반구성과 학습 체계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5500" y="7213600"/>
            <a:ext cx="10528300" cy="1016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446000" y="7429500"/>
            <a:ext cx="101600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0600" y="7327900"/>
            <a:ext cx="787400" cy="787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2484100" y="7429500"/>
            <a:ext cx="660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3347700" y="7442200"/>
            <a:ext cx="71120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반 이름을 적어주세요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85700" y="7442200"/>
            <a:ext cx="4572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95200" y="8483600"/>
            <a:ext cx="100203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81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세부적인 내용을 적어주세요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100" y="7213600"/>
            <a:ext cx="10528300" cy="1016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739900" y="584200"/>
            <a:ext cx="10160000" cy="1426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7200" y="7327900"/>
            <a:ext cx="787400" cy="787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571500" y="571500"/>
            <a:ext cx="3086100" cy="143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2641600" y="7442200"/>
            <a:ext cx="68834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반 이름을 적어주세요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92300" y="7442200"/>
            <a:ext cx="4572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89100" y="8483600"/>
            <a:ext cx="100203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81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세부적인 내용을 적어주세요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2100" y="9461500"/>
            <a:ext cx="10515600" cy="10795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752600" y="9677400"/>
            <a:ext cx="101600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200" y="9601200"/>
            <a:ext cx="787400" cy="7874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790700" y="9715500"/>
            <a:ext cx="660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2654300" y="9728200"/>
            <a:ext cx="90170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반 이름을 적어주세요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68500" y="9728200"/>
            <a:ext cx="3175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01800" y="10782300"/>
            <a:ext cx="100203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81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세부적인 내용을 적어주세요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200" y="5562600"/>
            <a:ext cx="22136100" cy="127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243800" y="5245100"/>
            <a:ext cx="1714500" cy="12192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1257300" y="406400"/>
            <a:ext cx="39674800" cy="1090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39700" y="12687300"/>
            <a:ext cx="24688800" cy="10414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2573000" y="2971800"/>
            <a:ext cx="9702800" cy="167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8650"/>
              </a:lnSpc>
            </a:pPr>
            <a:r>
              <a:rPr lang="en-US" sz="2935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레벨별 반구성과 학습체게에 대해 자세하게 적어주세요</a:t>
            </a:r>
          </a:p>
          <a:p>
            <a:pPr lvl="0" algn="l">
              <a:lnSpc>
                <a:spcPct val="128650"/>
              </a:lnSpc>
            </a:pPr>
            <a:r>
              <a:rPr lang="en-US" sz="2935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레벨별 반구성과 학습체게에 대해 자세하게 적어주세요</a:t>
            </a:r>
          </a:p>
          <a:p>
            <a:pPr lvl="0" algn="l">
              <a:lnSpc>
                <a:spcPct val="128650"/>
              </a:lnSpc>
            </a:pPr>
            <a:r>
              <a:rPr lang="en-US" sz="2935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레벨별 반구성과 학습체게에 대해 자세하게 적어주세요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68200" y="9423400"/>
            <a:ext cx="10515600" cy="10795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10071100" y="647700"/>
            <a:ext cx="14922500" cy="1861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33300" y="9575800"/>
            <a:ext cx="787400" cy="78740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71500" y="571500"/>
            <a:ext cx="24511000" cy="1879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13347700" y="9690100"/>
            <a:ext cx="90170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반 이름을 적어주세요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674600" y="9690100"/>
            <a:ext cx="3175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407900" y="10744200"/>
            <a:ext cx="100203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81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세부적인 내용을 적어주세요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87500" y="1612900"/>
            <a:ext cx="5664200" cy="520700"/>
          </a:xfrm>
          <a:prstGeom prst="rect">
            <a:avLst/>
          </a:prstGeom>
        </p:spPr>
        <p:txBody>
          <a:bodyPr lIns="0" tIns="55879" rIns="0" bIns="55879" rtlCol="0" anchor="ctr"/>
          <a:lstStyle/>
          <a:p>
            <a:pPr lvl="0" algn="l">
              <a:lnSpc>
                <a:spcPct val="91299"/>
              </a:lnSpc>
            </a:pPr>
            <a:r>
              <a:rPr lang="en-US" sz="2933" b="0" i="0" u="none" strike="noStrike">
                <a:solidFill>
                  <a:srgbClr val="0057C1"/>
                </a:solidFill>
                <a:latin typeface="NEXON Lv2 Gothic Bold"/>
                <a:ea typeface="NEXON Lv2 Gothic Bold"/>
                <a:cs typeface="NEXON Lv2 Gothic Bold"/>
              </a:rPr>
              <a:t>중등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06400"/>
            <a:ext cx="1016000" cy="1016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19200" y="622300"/>
            <a:ext cx="7239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04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1384300"/>
            <a:ext cx="209931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5100" y="-1663700"/>
            <a:ext cx="2870200" cy="28702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8237200" y="762000"/>
            <a:ext cx="50546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r">
              <a:lnSpc>
                <a:spcPct val="103749"/>
              </a:lnSpc>
            </a:pPr>
            <a:r>
              <a:rPr lang="en-US" sz="2133" b="0" i="0" u="none" strike="noStrike">
                <a:solidFill>
                  <a:srgbClr val="0F243E"/>
                </a:solidFill>
                <a:latin typeface="Pretendard Medium"/>
                <a:ea typeface="Pretendard Medium"/>
                <a:cs typeface="Pretendard Medium"/>
              </a:rPr>
              <a:t>Information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87500" y="6337300"/>
            <a:ext cx="38481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585" b="0" i="0" u="none" strike="noStrike">
                <a:solidFill>
                  <a:srgbClr val="0057C1"/>
                </a:solidFill>
                <a:latin typeface="Pretendard Bold"/>
                <a:ea typeface="Pretendard Bold"/>
                <a:cs typeface="Pretendard Bold"/>
              </a:rPr>
              <a:t>학원 반구성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74800" y="2133600"/>
            <a:ext cx="9537700" cy="2501900"/>
          </a:xfrm>
          <a:prstGeom prst="rect">
            <a:avLst/>
          </a:prstGeom>
        </p:spPr>
        <p:txBody>
          <a:bodyPr lIns="0" tIns="51223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7333" b="0" i="0" u="none" strike="noStrike">
                <a:solidFill>
                  <a:srgbClr val="0F243E"/>
                </a:solidFill>
                <a:latin typeface="Pretendard Regular"/>
                <a:ea typeface="Pretendard Regular"/>
                <a:cs typeface="Pretendard Regular"/>
              </a:rPr>
              <a:t>학원의 레벨별 반구성과 학습 체계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5500" y="7213600"/>
            <a:ext cx="10528300" cy="1016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446000" y="7429500"/>
            <a:ext cx="101600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0600" y="7327900"/>
            <a:ext cx="787400" cy="787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71500" y="571500"/>
            <a:ext cx="24485600" cy="143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3347700" y="7442200"/>
            <a:ext cx="71120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반 이름을 적어주세요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85700" y="7442200"/>
            <a:ext cx="4572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95200" y="8483600"/>
            <a:ext cx="100203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81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세부적인 내용을 적어주세요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100" y="7213600"/>
            <a:ext cx="10528300" cy="1016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739900" y="7429500"/>
            <a:ext cx="101600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7200" y="7327900"/>
            <a:ext cx="787400" cy="787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571500" y="571500"/>
            <a:ext cx="3086100" cy="143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2641600" y="7442200"/>
            <a:ext cx="68834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반 이름을 적어주세요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92300" y="7442200"/>
            <a:ext cx="4572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89100" y="8483600"/>
            <a:ext cx="100203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81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세부적인 내용을 적어주세요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2100" y="9461500"/>
            <a:ext cx="10515600" cy="10795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752600" y="9677400"/>
            <a:ext cx="101600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200" y="9601200"/>
            <a:ext cx="787400" cy="7874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71500" y="571500"/>
            <a:ext cx="3098800" cy="1885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2654300" y="9728200"/>
            <a:ext cx="90170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반 이름을 적어주세요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68500" y="9728200"/>
            <a:ext cx="3175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01800" y="10782300"/>
            <a:ext cx="100203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81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세부적인 내용을 적어주세요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200" y="5562600"/>
            <a:ext cx="22136100" cy="127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243800" y="5245100"/>
            <a:ext cx="1714500" cy="12192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20396200" y="5664200"/>
            <a:ext cx="13970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39700" y="12687300"/>
            <a:ext cx="24688800" cy="10414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2573000" y="2971800"/>
            <a:ext cx="9702800" cy="167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8650"/>
              </a:lnSpc>
            </a:pPr>
            <a:r>
              <a:rPr lang="en-US" sz="2935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레벨별 반구성과 학습체게에 대해 자세하게 적어주세요</a:t>
            </a:r>
          </a:p>
          <a:p>
            <a:pPr lvl="0" algn="l">
              <a:lnSpc>
                <a:spcPct val="128650"/>
              </a:lnSpc>
            </a:pPr>
            <a:r>
              <a:rPr lang="en-US" sz="2935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레벨별 반구성과 학습체게에 대해 자세하게 적어주세요</a:t>
            </a:r>
          </a:p>
          <a:p>
            <a:pPr lvl="0" algn="l">
              <a:lnSpc>
                <a:spcPct val="128650"/>
              </a:lnSpc>
            </a:pPr>
            <a:r>
              <a:rPr lang="en-US" sz="2935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레벨별 반구성과 학습체게에 대해 자세하게 적어주세요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68200" y="9423400"/>
            <a:ext cx="10515600" cy="10795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10071100" y="647700"/>
            <a:ext cx="14922500" cy="1861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3300" y="9575800"/>
            <a:ext cx="787400" cy="78740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71500" y="571500"/>
            <a:ext cx="24511000" cy="1879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13347700" y="9690100"/>
            <a:ext cx="90170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반 이름을 적어주세요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674600" y="9690100"/>
            <a:ext cx="3175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72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407900" y="10744200"/>
            <a:ext cx="100203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81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세부적인 내용을 적어주세요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87500" y="1612900"/>
            <a:ext cx="5664200" cy="520700"/>
          </a:xfrm>
          <a:prstGeom prst="rect">
            <a:avLst/>
          </a:prstGeom>
        </p:spPr>
        <p:txBody>
          <a:bodyPr lIns="0" tIns="55879" rIns="0" bIns="55879" rtlCol="0" anchor="ctr"/>
          <a:lstStyle/>
          <a:p>
            <a:pPr lvl="0" algn="l">
              <a:lnSpc>
                <a:spcPct val="91299"/>
              </a:lnSpc>
            </a:pPr>
            <a:r>
              <a:rPr lang="en-US" sz="2933" b="0" i="0" u="none" strike="noStrike">
                <a:solidFill>
                  <a:srgbClr val="0057C1"/>
                </a:solidFill>
                <a:latin typeface="NEXON Lv2 Gothic Bold"/>
                <a:ea typeface="NEXON Lv2 Gothic Bold"/>
                <a:cs typeface="NEXON Lv2 Gothic Bold"/>
              </a:rPr>
              <a:t>고등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06400"/>
            <a:ext cx="1016000" cy="1016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168400" y="622300"/>
            <a:ext cx="8128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05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1384300"/>
            <a:ext cx="209931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5100" y="-1663700"/>
            <a:ext cx="2870200" cy="28702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8237200" y="762000"/>
            <a:ext cx="50546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r">
              <a:lnSpc>
                <a:spcPct val="103749"/>
              </a:lnSpc>
            </a:pPr>
            <a:r>
              <a:rPr lang="en-US" sz="2133" b="0" i="0" u="none" strike="noStrike">
                <a:solidFill>
                  <a:srgbClr val="0F243E"/>
                </a:solidFill>
                <a:latin typeface="Pretendard Medium"/>
                <a:ea typeface="Pretendard Medium"/>
                <a:cs typeface="Pretendard Medium"/>
              </a:rPr>
              <a:t>Information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41800" y="2197100"/>
            <a:ext cx="15900400" cy="1308100"/>
          </a:xfrm>
          <a:prstGeom prst="rect">
            <a:avLst/>
          </a:prstGeom>
        </p:spPr>
        <p:txBody>
          <a:bodyPr lIns="0" tIns="5122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7333" b="0" i="0" u="none" strike="noStrike">
                <a:solidFill>
                  <a:srgbClr val="0F243E"/>
                </a:solidFill>
                <a:latin typeface="Pretendard Regular"/>
                <a:ea typeface="Pretendard Regular"/>
                <a:cs typeface="Pretendard Regular"/>
              </a:rPr>
              <a:t>학원의 시간표를 알려주세요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587500" y="4229100"/>
          <a:ext cx="21199364" cy="7745750"/>
        </p:xfrm>
        <a:graphic>
          <a:graphicData uri="http://schemas.openxmlformats.org/drawingml/2006/table">
            <a:tbl>
              <a:tblPr/>
              <a:tblGrid>
                <a:gridCol w="2649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9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9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9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06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06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506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506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657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9747" marB="79747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월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화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목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금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토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일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499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43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상세한 시간을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2743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적어주세요</a:t>
                      </a:r>
                    </a:p>
                  </a:txBody>
                  <a:tcPr marL="25400" marR="25400" marT="76791" marB="76791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6791" marB="76791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6791" marB="76791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6791" marB="76791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499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36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상세한 시간을
적어주세요</a:t>
                      </a:r>
                      <a:endParaRPr lang="en-US" sz="1100"/>
                    </a:p>
                  </a:txBody>
                  <a:tcPr marL="25400" marR="25400" marT="76656" marB="766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499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36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상세한 시간을
적어주세요</a:t>
                      </a:r>
                      <a:endParaRPr lang="en-US" sz="1100"/>
                    </a:p>
                  </a:txBody>
                  <a:tcPr marL="25400" marR="25400" marT="76656" marB="766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499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36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상세한 시간을
적어주세요</a:t>
                      </a:r>
                      <a:endParaRPr lang="en-US" sz="1100"/>
                    </a:p>
                  </a:txBody>
                  <a:tcPr marL="25400" marR="25400" marT="76656" marB="766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06400"/>
            <a:ext cx="1016000" cy="1016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168400" y="622300"/>
            <a:ext cx="8255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06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1384300"/>
            <a:ext cx="209931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5100" y="-1663700"/>
            <a:ext cx="2870200" cy="28702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8237200" y="762000"/>
            <a:ext cx="50546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r">
              <a:lnSpc>
                <a:spcPct val="103749"/>
              </a:lnSpc>
            </a:pPr>
            <a:r>
              <a:rPr lang="en-US" sz="2133" b="0" i="0" u="none" strike="noStrike">
                <a:solidFill>
                  <a:srgbClr val="0F243E"/>
                </a:solidFill>
                <a:latin typeface="Pretendard Medium"/>
                <a:ea typeface="Pretendard Medium"/>
                <a:cs typeface="Pretendard Medium"/>
              </a:rPr>
              <a:t>Information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41800" y="2197100"/>
            <a:ext cx="15900400" cy="1308100"/>
          </a:xfrm>
          <a:prstGeom prst="rect">
            <a:avLst/>
          </a:prstGeom>
        </p:spPr>
        <p:txBody>
          <a:bodyPr lIns="0" tIns="5122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7333" b="0" i="0" u="none" strike="noStrike">
                <a:solidFill>
                  <a:srgbClr val="0F243E"/>
                </a:solidFill>
                <a:latin typeface="Pretendard Regular"/>
                <a:ea typeface="Pretendard Regular"/>
                <a:cs typeface="Pretendard Regular"/>
              </a:rPr>
              <a:t>학습의 관리 시스템을 적어주세요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994900" y="9042400"/>
            <a:ext cx="43815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495800" y="9042400"/>
            <a:ext cx="43815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506700" y="9042400"/>
            <a:ext cx="43815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9500" y="5626100"/>
            <a:ext cx="6985000" cy="749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10452100"/>
            <a:ext cx="1397000" cy="1168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0" y="10452100"/>
            <a:ext cx="1358900" cy="1219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99300" y="10350500"/>
            <a:ext cx="1333500" cy="1333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25600" y="10439400"/>
            <a:ext cx="1270000" cy="1193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816100" y="7086600"/>
            <a:ext cx="41275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출결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66000" y="7073900"/>
            <a:ext cx="41275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과제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90500" y="7073900"/>
            <a:ext cx="41275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성취도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402300" y="7061200"/>
            <a:ext cx="41275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상담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860800" y="3632200"/>
            <a:ext cx="16675100" cy="110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8650"/>
              </a:lnSpc>
            </a:pPr>
            <a:r>
              <a:rPr lang="en-US" sz="2933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 내용을 적어주세요</a:t>
            </a:r>
          </a:p>
          <a:p>
            <a:pPr lvl="0" algn="ctr">
              <a:lnSpc>
                <a:spcPct val="128650"/>
              </a:lnSpc>
            </a:pPr>
            <a:r>
              <a:rPr lang="en-US" sz="2933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 내용을 적어주세요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80500" y="5765800"/>
            <a:ext cx="6210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F243E"/>
                </a:solidFill>
                <a:latin typeface="Pretendard Bold"/>
                <a:ea typeface="Pretendard Bold"/>
                <a:cs typeface="Pretendard Bold"/>
              </a:rPr>
              <a:t>00학원의 체계적인 관리 시스템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27200" y="8470900"/>
            <a:ext cx="4343400" cy="1524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8650"/>
              </a:lnSpc>
            </a:pPr>
            <a:r>
              <a:rPr lang="en-US" sz="26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구체적인 설명을 적어주세요
구체적인 설명을 적어주세요</a:t>
            </a:r>
          </a:p>
          <a:p>
            <a:pPr lvl="0" algn="ctr">
              <a:lnSpc>
                <a:spcPct val="128650"/>
              </a:lnSpc>
            </a:pPr>
            <a:r>
              <a:rPr lang="en-US" sz="26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구체적인 설명을 적어주세요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75500" y="8458200"/>
            <a:ext cx="4508500" cy="1524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8650"/>
              </a:lnSpc>
            </a:pPr>
            <a:r>
              <a:rPr lang="en-US" sz="26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구체적인 설명을 적어주세요
구체적인 설명을 적어주세요</a:t>
            </a:r>
          </a:p>
          <a:p>
            <a:pPr lvl="0" algn="ctr">
              <a:lnSpc>
                <a:spcPct val="128650"/>
              </a:lnSpc>
            </a:pPr>
            <a:r>
              <a:rPr lang="en-US" sz="26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구체적인 설명을 적어주세요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76200" y="8458200"/>
            <a:ext cx="4368800" cy="1524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8650"/>
              </a:lnSpc>
            </a:pPr>
            <a:r>
              <a:rPr lang="en-US" sz="26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구체적인 설명을 적어주세요
구체적인 설명을 적어주세요</a:t>
            </a:r>
          </a:p>
          <a:p>
            <a:pPr lvl="0" algn="ctr">
              <a:lnSpc>
                <a:spcPct val="128650"/>
              </a:lnSpc>
            </a:pPr>
            <a:r>
              <a:rPr lang="en-US" sz="26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구체적인 설명을 적어주세요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262600" y="8445500"/>
            <a:ext cx="4419600" cy="1524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8650"/>
              </a:lnSpc>
            </a:pPr>
            <a:r>
              <a:rPr lang="en-US" sz="26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구체적인 설명을 적어주세요
구체적인 설명을 적어주세요</a:t>
            </a:r>
          </a:p>
          <a:p>
            <a:pPr lvl="0" algn="ctr">
              <a:lnSpc>
                <a:spcPct val="128650"/>
              </a:lnSpc>
            </a:pPr>
            <a:r>
              <a:rPr lang="en-US" sz="26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구체적인 설명을 적어주세요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06400"/>
            <a:ext cx="1016000" cy="1016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181100" y="622300"/>
            <a:ext cx="8001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07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1384300"/>
            <a:ext cx="209931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5100" y="-1663700"/>
            <a:ext cx="2870200" cy="28702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8237200" y="762000"/>
            <a:ext cx="50546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r">
              <a:lnSpc>
                <a:spcPct val="103749"/>
              </a:lnSpc>
            </a:pPr>
            <a:r>
              <a:rPr lang="en-US" sz="2133" b="0" i="0" u="none" strike="noStrike">
                <a:solidFill>
                  <a:srgbClr val="0F243E"/>
                </a:solidFill>
                <a:latin typeface="Pretendard Medium"/>
                <a:ea typeface="Pretendard Medium"/>
                <a:cs typeface="Pretendard Medium"/>
              </a:rPr>
              <a:t>Information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41800" y="2197100"/>
            <a:ext cx="15900400" cy="1308100"/>
          </a:xfrm>
          <a:prstGeom prst="rect">
            <a:avLst/>
          </a:prstGeom>
        </p:spPr>
        <p:txBody>
          <a:bodyPr lIns="0" tIns="5122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7333" b="0" i="0" u="none" strike="noStrike">
                <a:solidFill>
                  <a:srgbClr val="0F243E"/>
                </a:solidFill>
                <a:latin typeface="Pretendard Regular"/>
                <a:ea typeface="Pretendard Regular"/>
                <a:cs typeface="Pretendard Regular"/>
              </a:rPr>
              <a:t>학원의 특별 프로그램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" y="6591300"/>
            <a:ext cx="5384800" cy="4851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56200" y="6591300"/>
            <a:ext cx="5384800" cy="4851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0200" y="6591300"/>
            <a:ext cx="5384800" cy="4851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68200" y="6591300"/>
            <a:ext cx="5384800" cy="4851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978400" y="4787900"/>
            <a:ext cx="14414500" cy="110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8650"/>
              </a:lnSpc>
            </a:pPr>
            <a:r>
              <a:rPr lang="en-US" sz="2933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 설명을 적어주세요</a:t>
            </a:r>
          </a:p>
          <a:p>
            <a:pPr lvl="0" algn="ctr">
              <a:lnSpc>
                <a:spcPct val="128650"/>
              </a:lnSpc>
            </a:pPr>
            <a:r>
              <a:rPr lang="en-US" sz="2933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 설명을 적어주세요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9500" y="3759200"/>
            <a:ext cx="6985000" cy="7493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9080500" y="3898900"/>
            <a:ext cx="6210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F243E"/>
                </a:solidFill>
                <a:latin typeface="Pretendard Bold"/>
                <a:ea typeface="Pretendard Bold"/>
                <a:cs typeface="Pretendard Bold"/>
              </a:rPr>
              <a:t>00학원만의 프로그램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27200" y="8496300"/>
            <a:ext cx="4114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프로그램명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15200" y="8496300"/>
            <a:ext cx="4114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프로그램명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03200" y="8496300"/>
            <a:ext cx="4114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프로그램명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491200" y="8483600"/>
            <a:ext cx="4114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3187F1"/>
                </a:solidFill>
                <a:latin typeface="Pretendard Bold"/>
                <a:ea typeface="Pretendard Bold"/>
                <a:cs typeface="Pretendard Bold"/>
              </a:rPr>
              <a:t>프로그램명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32000" y="9537700"/>
            <a:ext cx="3619500" cy="1524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8650"/>
              </a:lnSpc>
            </a:pPr>
            <a:r>
              <a:rPr lang="en-US" sz="26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 설명을 적어주세요</a:t>
            </a:r>
          </a:p>
          <a:p>
            <a:pPr lvl="0" algn="ctr">
              <a:lnSpc>
                <a:spcPct val="128650"/>
              </a:lnSpc>
            </a:pPr>
            <a:r>
              <a:rPr lang="en-US" sz="26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 설명을 적어주세요</a:t>
            </a:r>
          </a:p>
          <a:p>
            <a:pPr lvl="0" algn="ctr">
              <a:lnSpc>
                <a:spcPct val="128650"/>
              </a:lnSpc>
            </a:pPr>
            <a:r>
              <a:rPr lang="en-US" sz="26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 설명을 적어주세요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83500" y="9537700"/>
            <a:ext cx="3365500" cy="1524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8650"/>
              </a:lnSpc>
            </a:pPr>
            <a:r>
              <a:rPr lang="en-US" sz="26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 설명을 적어주세요
세부 설명을 적어주세요
세부 설명을 적어주세요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271500" y="9537700"/>
            <a:ext cx="3365500" cy="1524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8650"/>
              </a:lnSpc>
            </a:pPr>
            <a:r>
              <a:rPr lang="en-US" sz="26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 설명을 적어주세요
세부 설명을 적어주세요
세부 설명을 적어주세요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453100" y="9512300"/>
            <a:ext cx="4191000" cy="1524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8650"/>
              </a:lnSpc>
            </a:pPr>
            <a:r>
              <a:rPr lang="en-US" sz="26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세부 설명을 적어주세요
세부 설명을 적어주세요
세부 설명을 적어주세요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1200" y="7175500"/>
            <a:ext cx="1066800" cy="1054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01100" y="7188200"/>
            <a:ext cx="1130300" cy="1028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25600" y="7264400"/>
            <a:ext cx="1257300" cy="8763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091400" y="7188200"/>
            <a:ext cx="914400" cy="1130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06400"/>
            <a:ext cx="1016000" cy="1016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168400" y="622300"/>
            <a:ext cx="8255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08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1384300"/>
            <a:ext cx="209931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5100" y="-1663700"/>
            <a:ext cx="2870200" cy="28702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8237200" y="762000"/>
            <a:ext cx="50546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r">
              <a:lnSpc>
                <a:spcPct val="103749"/>
              </a:lnSpc>
            </a:pPr>
            <a:r>
              <a:rPr lang="en-US" sz="2133" b="0" i="0" u="none" strike="noStrike">
                <a:solidFill>
                  <a:srgbClr val="0F243E"/>
                </a:solidFill>
                <a:latin typeface="Pretendard Medium"/>
                <a:ea typeface="Pretendard Medium"/>
                <a:cs typeface="Pretendard Medium"/>
              </a:rPr>
              <a:t>Information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41800" y="2197100"/>
            <a:ext cx="15900400" cy="1308100"/>
          </a:xfrm>
          <a:prstGeom prst="rect">
            <a:avLst/>
          </a:prstGeom>
        </p:spPr>
        <p:txBody>
          <a:bodyPr lIns="0" tIns="5122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7333" b="0" i="0" u="none" strike="noStrike">
                <a:solidFill>
                  <a:srgbClr val="0F243E"/>
                </a:solidFill>
                <a:latin typeface="Pretendard Regular"/>
                <a:ea typeface="Pretendard Regular"/>
                <a:cs typeface="Pretendard Regular"/>
              </a:rPr>
              <a:t>자주 묻는 질문 Q&amp;A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100" y="4546600"/>
            <a:ext cx="10731500" cy="3060700"/>
          </a:xfrm>
          <a:prstGeom prst="rect">
            <a:avLst/>
          </a:prstGeom>
          <a:effectLst>
            <a:outerShdw blurRad="122458" dist="47099" dir="2700000">
              <a:srgbClr val="000000">
                <a:alpha val="7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1562100" y="2755900"/>
            <a:ext cx="9728200" cy="664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200" y="5791200"/>
            <a:ext cx="9398000" cy="25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98700" y="4991100"/>
            <a:ext cx="6273800" cy="533400"/>
          </a:xfrm>
          <a:prstGeom prst="rect">
            <a:avLst/>
          </a:prstGeom>
        </p:spPr>
        <p:txBody>
          <a:bodyPr lIns="0" tIns="9525" rIns="0" bIns="9525" rtlCol="0" anchor="ctr"/>
          <a:lstStyle/>
          <a:p>
            <a:pPr lvl="0" algn="l">
              <a:lnSpc>
                <a:spcPct val="11205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질문을 적어주세요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98700" y="6134100"/>
            <a:ext cx="8674100" cy="1054100"/>
          </a:xfrm>
          <a:prstGeom prst="rect">
            <a:avLst/>
          </a:prstGeom>
        </p:spPr>
        <p:txBody>
          <a:bodyPr lIns="0" tIns="9525" rIns="0" bIns="9525" rtlCol="0" anchor="ctr"/>
          <a:lstStyle/>
          <a:p>
            <a:pPr lvl="0" algn="l">
              <a:lnSpc>
                <a:spcPct val="11205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답변을 적어주세요</a:t>
            </a:r>
          </a:p>
          <a:p>
            <a:pPr lvl="0" algn="l">
              <a:lnSpc>
                <a:spcPct val="11205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답변을 적어주세요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7200" y="4940300"/>
            <a:ext cx="647700" cy="622300"/>
          </a:xfrm>
          <a:prstGeom prst="rect">
            <a:avLst/>
          </a:prstGeom>
        </p:spPr>
        <p:txBody>
          <a:bodyPr lIns="0" tIns="11217" rIns="0" bIns="11217" rtlCol="0" anchor="ctr"/>
          <a:lstStyle/>
          <a:p>
            <a:pPr lvl="0" algn="l">
              <a:lnSpc>
                <a:spcPct val="112050"/>
              </a:lnSpc>
            </a:pPr>
            <a:r>
              <a:rPr lang="en-US" sz="3533" b="0" i="0" u="none" strike="noStrike">
                <a:solidFill>
                  <a:srgbClr val="E7B293"/>
                </a:solidFill>
                <a:latin typeface="Pretendard Medium"/>
                <a:ea typeface="Pretendard Medium"/>
                <a:cs typeface="Pretendard Medium"/>
              </a:rPr>
              <a:t>Q.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7200" y="6070600"/>
            <a:ext cx="647700" cy="622300"/>
          </a:xfrm>
          <a:prstGeom prst="rect">
            <a:avLst/>
          </a:prstGeom>
        </p:spPr>
        <p:txBody>
          <a:bodyPr lIns="0" tIns="11217" rIns="0" bIns="11217" rtlCol="0" anchor="ctr"/>
          <a:lstStyle/>
          <a:p>
            <a:pPr lvl="0" algn="l">
              <a:lnSpc>
                <a:spcPct val="112050"/>
              </a:lnSpc>
            </a:pPr>
            <a:r>
              <a:rPr lang="en-US" sz="3533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A.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100" y="8407400"/>
            <a:ext cx="10731500" cy="3060700"/>
          </a:xfrm>
          <a:prstGeom prst="rect">
            <a:avLst/>
          </a:prstGeom>
          <a:effectLst>
            <a:outerShdw blurRad="122458" dist="47099" dir="2700000">
              <a:srgbClr val="000000">
                <a:alpha val="7000"/>
              </a:srgbClr>
            </a:outerShdw>
          </a:effectLst>
        </p:spPr>
      </p:pic>
      <p:sp>
        <p:nvSpPr>
          <p:cNvPr id="16" name="TextBox 16"/>
          <p:cNvSpPr txBox="1"/>
          <p:nvPr/>
        </p:nvSpPr>
        <p:spPr>
          <a:xfrm>
            <a:off x="1562100" y="2755900"/>
            <a:ext cx="9728200" cy="1436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200" y="9652000"/>
            <a:ext cx="9398000" cy="25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2298700" y="8851900"/>
            <a:ext cx="6273800" cy="533400"/>
          </a:xfrm>
          <a:prstGeom prst="rect">
            <a:avLst/>
          </a:prstGeom>
        </p:spPr>
        <p:txBody>
          <a:bodyPr lIns="0" tIns="9525" rIns="0" bIns="9525" rtlCol="0" anchor="ctr"/>
          <a:lstStyle/>
          <a:p>
            <a:pPr lvl="0" algn="l">
              <a:lnSpc>
                <a:spcPct val="11205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질문을 적어주세요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98700" y="9994900"/>
            <a:ext cx="8674100" cy="1054100"/>
          </a:xfrm>
          <a:prstGeom prst="rect">
            <a:avLst/>
          </a:prstGeom>
        </p:spPr>
        <p:txBody>
          <a:bodyPr lIns="0" tIns="9525" rIns="0" bIns="9525" rtlCol="0" anchor="ctr"/>
          <a:lstStyle/>
          <a:p>
            <a:pPr lvl="0" algn="l">
              <a:lnSpc>
                <a:spcPct val="11205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답변을 적어주세요</a:t>
            </a:r>
          </a:p>
          <a:p>
            <a:pPr lvl="0" algn="l">
              <a:lnSpc>
                <a:spcPct val="11205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답변을 적어주세요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27200" y="8788400"/>
            <a:ext cx="647700" cy="622300"/>
          </a:xfrm>
          <a:prstGeom prst="rect">
            <a:avLst/>
          </a:prstGeom>
        </p:spPr>
        <p:txBody>
          <a:bodyPr lIns="0" tIns="11217" rIns="0" bIns="11217" rtlCol="0" anchor="ctr"/>
          <a:lstStyle/>
          <a:p>
            <a:pPr lvl="0" algn="l">
              <a:lnSpc>
                <a:spcPct val="112050"/>
              </a:lnSpc>
            </a:pPr>
            <a:r>
              <a:rPr lang="en-US" sz="3533" b="0" i="0" u="none" strike="noStrike">
                <a:solidFill>
                  <a:srgbClr val="E7B293"/>
                </a:solidFill>
                <a:latin typeface="Pretendard Medium"/>
                <a:ea typeface="Pretendard Medium"/>
                <a:cs typeface="Pretendard Medium"/>
              </a:rPr>
              <a:t>Q.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7200" y="9918700"/>
            <a:ext cx="647700" cy="622300"/>
          </a:xfrm>
          <a:prstGeom prst="rect">
            <a:avLst/>
          </a:prstGeom>
        </p:spPr>
        <p:txBody>
          <a:bodyPr lIns="0" tIns="11217" rIns="0" bIns="11217" rtlCol="0" anchor="ctr"/>
          <a:lstStyle/>
          <a:p>
            <a:pPr lvl="0" algn="l">
              <a:lnSpc>
                <a:spcPct val="112050"/>
              </a:lnSpc>
            </a:pPr>
            <a:r>
              <a:rPr lang="en-US" sz="3533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A.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7600" y="4546600"/>
            <a:ext cx="10731500" cy="3060700"/>
          </a:xfrm>
          <a:prstGeom prst="rect">
            <a:avLst/>
          </a:prstGeom>
          <a:effectLst>
            <a:outerShdw blurRad="122458" dist="47099" dir="2700000">
              <a:srgbClr val="000000">
                <a:alpha val="7000"/>
              </a:srgbClr>
            </a:outerShdw>
          </a:effectLst>
        </p:spPr>
      </p:pic>
      <p:sp>
        <p:nvSpPr>
          <p:cNvPr id="23" name="TextBox 23"/>
          <p:cNvSpPr txBox="1"/>
          <p:nvPr/>
        </p:nvSpPr>
        <p:spPr>
          <a:xfrm>
            <a:off x="9626600" y="2755900"/>
            <a:ext cx="16573500" cy="664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20700" y="5791200"/>
            <a:ext cx="9398000" cy="25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3792200" y="4991100"/>
            <a:ext cx="6273800" cy="533400"/>
          </a:xfrm>
          <a:prstGeom prst="rect">
            <a:avLst/>
          </a:prstGeom>
        </p:spPr>
        <p:txBody>
          <a:bodyPr lIns="0" tIns="9525" rIns="0" bIns="9525" rtlCol="0" anchor="ctr"/>
          <a:lstStyle/>
          <a:p>
            <a:pPr lvl="0" algn="l">
              <a:lnSpc>
                <a:spcPct val="11205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질문을 적어주세요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792200" y="6134100"/>
            <a:ext cx="8674100" cy="1054100"/>
          </a:xfrm>
          <a:prstGeom prst="rect">
            <a:avLst/>
          </a:prstGeom>
        </p:spPr>
        <p:txBody>
          <a:bodyPr lIns="0" tIns="9525" rIns="0" bIns="9525" rtlCol="0" anchor="ctr"/>
          <a:lstStyle/>
          <a:p>
            <a:pPr lvl="0" algn="l">
              <a:lnSpc>
                <a:spcPct val="11205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답변을 적어주세요</a:t>
            </a:r>
          </a:p>
          <a:p>
            <a:pPr lvl="0" algn="l">
              <a:lnSpc>
                <a:spcPct val="11205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답변을 적어주세요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220700" y="4940300"/>
            <a:ext cx="647700" cy="622300"/>
          </a:xfrm>
          <a:prstGeom prst="rect">
            <a:avLst/>
          </a:prstGeom>
        </p:spPr>
        <p:txBody>
          <a:bodyPr lIns="0" tIns="11217" rIns="0" bIns="11217" rtlCol="0" anchor="ctr"/>
          <a:lstStyle/>
          <a:p>
            <a:pPr lvl="0" algn="l">
              <a:lnSpc>
                <a:spcPct val="112050"/>
              </a:lnSpc>
            </a:pPr>
            <a:r>
              <a:rPr lang="en-US" sz="3533" b="0" i="0" u="none" strike="noStrike">
                <a:solidFill>
                  <a:srgbClr val="E7B293"/>
                </a:solidFill>
                <a:latin typeface="Pretendard Medium"/>
                <a:ea typeface="Pretendard Medium"/>
                <a:cs typeface="Pretendard Medium"/>
              </a:rPr>
              <a:t>Q.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20700" y="6070600"/>
            <a:ext cx="647700" cy="622300"/>
          </a:xfrm>
          <a:prstGeom prst="rect">
            <a:avLst/>
          </a:prstGeom>
        </p:spPr>
        <p:txBody>
          <a:bodyPr lIns="0" tIns="11217" rIns="0" bIns="11217" rtlCol="0" anchor="ctr"/>
          <a:lstStyle/>
          <a:p>
            <a:pPr lvl="0" algn="l">
              <a:lnSpc>
                <a:spcPct val="112050"/>
              </a:lnSpc>
            </a:pPr>
            <a:r>
              <a:rPr lang="en-US" sz="3533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A.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85700" y="8407400"/>
            <a:ext cx="10731500" cy="3060700"/>
          </a:xfrm>
          <a:prstGeom prst="rect">
            <a:avLst/>
          </a:prstGeom>
          <a:effectLst>
            <a:outerShdw blurRad="122458" dist="47099" dir="2700000">
              <a:srgbClr val="000000">
                <a:alpha val="7000"/>
              </a:srgbClr>
            </a:outerShdw>
          </a:effectLst>
        </p:spPr>
      </p:pic>
      <p:sp>
        <p:nvSpPr>
          <p:cNvPr id="30" name="TextBox 30"/>
          <p:cNvSpPr txBox="1"/>
          <p:nvPr/>
        </p:nvSpPr>
        <p:spPr>
          <a:xfrm>
            <a:off x="-1866900" y="2755900"/>
            <a:ext cx="39636700" cy="1436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0" y="9652000"/>
            <a:ext cx="9398000" cy="254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13830300" y="8851900"/>
            <a:ext cx="6273800" cy="533400"/>
          </a:xfrm>
          <a:prstGeom prst="rect">
            <a:avLst/>
          </a:prstGeom>
        </p:spPr>
        <p:txBody>
          <a:bodyPr lIns="0" tIns="9525" rIns="0" bIns="9525" rtlCol="0" anchor="ctr"/>
          <a:lstStyle/>
          <a:p>
            <a:pPr lvl="0" algn="l">
              <a:lnSpc>
                <a:spcPct val="11205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질문을 적어주세요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830300" y="9994900"/>
            <a:ext cx="8674100" cy="1054100"/>
          </a:xfrm>
          <a:prstGeom prst="rect">
            <a:avLst/>
          </a:prstGeom>
        </p:spPr>
        <p:txBody>
          <a:bodyPr lIns="0" tIns="9525" rIns="0" bIns="9525" rtlCol="0" anchor="ctr"/>
          <a:lstStyle/>
          <a:p>
            <a:pPr lvl="0" algn="l">
              <a:lnSpc>
                <a:spcPct val="11205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답변을 적어주세요</a:t>
            </a:r>
          </a:p>
          <a:p>
            <a:pPr lvl="0" algn="l">
              <a:lnSpc>
                <a:spcPct val="11205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답변을 적어주세요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258800" y="8788400"/>
            <a:ext cx="647700" cy="622300"/>
          </a:xfrm>
          <a:prstGeom prst="rect">
            <a:avLst/>
          </a:prstGeom>
        </p:spPr>
        <p:txBody>
          <a:bodyPr lIns="0" tIns="11217" rIns="0" bIns="11217" rtlCol="0" anchor="ctr"/>
          <a:lstStyle/>
          <a:p>
            <a:pPr lvl="0" algn="l">
              <a:lnSpc>
                <a:spcPct val="112050"/>
              </a:lnSpc>
            </a:pPr>
            <a:r>
              <a:rPr lang="en-US" sz="3533" b="0" i="0" u="none" strike="noStrike">
                <a:solidFill>
                  <a:srgbClr val="E7B293"/>
                </a:solidFill>
                <a:latin typeface="Pretendard Medium"/>
                <a:ea typeface="Pretendard Medium"/>
                <a:cs typeface="Pretendard Medium"/>
              </a:rPr>
              <a:t>Q.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258800" y="9918700"/>
            <a:ext cx="647700" cy="622300"/>
          </a:xfrm>
          <a:prstGeom prst="rect">
            <a:avLst/>
          </a:prstGeom>
        </p:spPr>
        <p:txBody>
          <a:bodyPr lIns="0" tIns="11217" rIns="0" bIns="11217" rtlCol="0" anchor="ctr"/>
          <a:lstStyle/>
          <a:p>
            <a:pPr lvl="0" algn="l">
              <a:lnSpc>
                <a:spcPct val="112050"/>
              </a:lnSpc>
            </a:pPr>
            <a:r>
              <a:rPr lang="en-US" sz="3533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06400"/>
            <a:ext cx="1016000" cy="1016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168400" y="622300"/>
            <a:ext cx="8255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09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1384300"/>
            <a:ext cx="209931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5100" y="-1663700"/>
            <a:ext cx="2870200" cy="28702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8237200" y="762000"/>
            <a:ext cx="50546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r">
              <a:lnSpc>
                <a:spcPct val="103749"/>
              </a:lnSpc>
            </a:pPr>
            <a:r>
              <a:rPr lang="en-US" sz="2133" b="0" i="0" u="none" strike="noStrike">
                <a:solidFill>
                  <a:srgbClr val="0F243E"/>
                </a:solidFill>
                <a:latin typeface="Pretendard Medium"/>
                <a:ea typeface="Pretendard Medium"/>
                <a:cs typeface="Pretendard Medium"/>
              </a:rPr>
              <a:t>Information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41800" y="2197100"/>
            <a:ext cx="15900400" cy="1308100"/>
          </a:xfrm>
          <a:prstGeom prst="rect">
            <a:avLst/>
          </a:prstGeom>
        </p:spPr>
        <p:txBody>
          <a:bodyPr lIns="0" tIns="5122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7333" b="0" i="0" u="none" strike="noStrike">
                <a:solidFill>
                  <a:srgbClr val="0F243E"/>
                </a:solidFill>
                <a:latin typeface="Pretendard Regular"/>
                <a:ea typeface="Pretendard Regular"/>
                <a:cs typeface="Pretendard Regular"/>
              </a:rPr>
              <a:t>학원의 등록 안내를 적어주세요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800" y="3924300"/>
            <a:ext cx="12496800" cy="2717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133600" y="5308600"/>
            <a:ext cx="9207500" cy="660400"/>
          </a:xfrm>
          <a:prstGeom prst="rect">
            <a:avLst/>
          </a:prstGeom>
        </p:spPr>
        <p:txBody>
          <a:bodyPr lIns="0" tIns="23706" rIns="0" bIns="23706" rtlCol="0" anchor="ctr"/>
          <a:lstStyle/>
          <a:p>
            <a:pPr lvl="0" algn="l">
              <a:lnSpc>
                <a:spcPct val="1078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상담 전화번호를 적어주세요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33600" y="4330700"/>
            <a:ext cx="5727700" cy="787400"/>
          </a:xfrm>
          <a:prstGeom prst="rect">
            <a:avLst/>
          </a:prstGeom>
        </p:spPr>
        <p:txBody>
          <a:bodyPr lIns="0" tIns="83821" rIns="0" bIns="83821" rtlCol="0" anchor="ctr"/>
          <a:lstStyle/>
          <a:p>
            <a:pPr lvl="0" algn="l">
              <a:lnSpc>
                <a:spcPct val="91299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상담 전화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7086600"/>
            <a:ext cx="12496800" cy="2717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368800" y="8458200"/>
            <a:ext cx="9207500" cy="660400"/>
          </a:xfrm>
          <a:prstGeom prst="rect">
            <a:avLst/>
          </a:prstGeom>
        </p:spPr>
        <p:txBody>
          <a:bodyPr lIns="0" tIns="23706" rIns="0" bIns="23706" rtlCol="0" anchor="ctr"/>
          <a:lstStyle/>
          <a:p>
            <a:pPr lvl="0" algn="l">
              <a:lnSpc>
                <a:spcPct val="1078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카카오톡 채널을 적어주세요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68800" y="7493000"/>
            <a:ext cx="5727700" cy="787400"/>
          </a:xfrm>
          <a:prstGeom prst="rect">
            <a:avLst/>
          </a:prstGeom>
        </p:spPr>
        <p:txBody>
          <a:bodyPr lIns="0" tIns="83821" rIns="0" bIns="83821" rtlCol="0" anchor="ctr"/>
          <a:lstStyle/>
          <a:p>
            <a:pPr lvl="0" algn="l">
              <a:lnSpc>
                <a:spcPct val="91299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카카오톡 채널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800" y="10058400"/>
            <a:ext cx="12496800" cy="27178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133600" y="11430000"/>
            <a:ext cx="9207500" cy="660400"/>
          </a:xfrm>
          <a:prstGeom prst="rect">
            <a:avLst/>
          </a:prstGeom>
        </p:spPr>
        <p:txBody>
          <a:bodyPr lIns="0" tIns="23706" rIns="0" bIns="23706" rtlCol="0" anchor="ctr"/>
          <a:lstStyle/>
          <a:p>
            <a:pPr lvl="0" algn="l">
              <a:lnSpc>
                <a:spcPct val="1078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주소를 적어주세요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33600" y="10464800"/>
            <a:ext cx="5727700" cy="787400"/>
          </a:xfrm>
          <a:prstGeom prst="rect">
            <a:avLst/>
          </a:prstGeom>
        </p:spPr>
        <p:txBody>
          <a:bodyPr lIns="0" tIns="83821" rIns="0" bIns="83821" rtlCol="0" anchor="ctr"/>
          <a:lstStyle/>
          <a:p>
            <a:pPr lvl="0" algn="l">
              <a:lnSpc>
                <a:spcPct val="91299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오시는 길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06200" y="4584700"/>
            <a:ext cx="1358900" cy="1320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93800" y="7747000"/>
            <a:ext cx="1447800" cy="1435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68100" y="10693400"/>
            <a:ext cx="1397000" cy="1397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259300" y="66167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465</Words>
  <Application>Microsoft Office PowerPoint</Application>
  <PresentationFormat>사용자 지정</PresentationFormat>
  <Paragraphs>183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2" baseType="lpstr">
      <vt:lpstr>Pretendard Regular</vt:lpstr>
      <vt:lpstr>Pretendard SemiBold</vt:lpstr>
      <vt:lpstr>NEXON Lv2 Gothic Bold</vt:lpstr>
      <vt:lpstr>Pretendard Medium</vt:lpstr>
      <vt:lpstr>Arial</vt:lpstr>
      <vt:lpstr>Pretendard Bold</vt:lpstr>
      <vt:lpstr>Pretendard ExtraLight</vt:lpstr>
      <vt:lpstr>Calibri</vt:lpstr>
      <vt:lpstr>Pretendard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ave</dc:creator>
  <cp:lastModifiedBy>ave</cp:lastModifiedBy>
  <cp:revision>2</cp:revision>
  <dcterms:created xsi:type="dcterms:W3CDTF">2006-08-16T00:00:00Z</dcterms:created>
  <dcterms:modified xsi:type="dcterms:W3CDTF">2026-06-26T10:24:36Z</dcterms:modified>
</cp:coreProperties>
</file>