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2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295400"/>
            <a:ext cx="3556000" cy="93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8000"/>
          </a:blip>
          <a:stretch>
            <a:fillRect/>
          </a:stretch>
        </p:blipFill>
        <p:spPr>
          <a:xfrm>
            <a:off x="-9296400" y="1143000"/>
            <a:ext cx="42265600" cy="23050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0" y="393700"/>
            <a:ext cx="13309600" cy="11087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30300" y="9829800"/>
            <a:ext cx="23012400" cy="3086100"/>
          </a:xfrm>
          <a:prstGeom prst="rect">
            <a:avLst/>
          </a:prstGeom>
        </p:spPr>
        <p:txBody>
          <a:bodyPr lIns="0" tIns="220128" rIns="0" bIns="220128" rtlCol="0" anchor="ctr"/>
          <a:lstStyle/>
          <a:p>
            <a:pPr lvl="0" algn="l">
              <a:lnSpc>
                <a:spcPct val="99600"/>
              </a:lnSpc>
            </a:pPr>
            <a:r>
              <a:rPr lang="en-US" sz="17332" b="0" i="0" u="none" strike="noStrike" spc="-200">
                <a:solidFill>
                  <a:srgbClr val="2A2727"/>
                </a:solidFill>
                <a:latin typeface="Gmarket Sans Bold"/>
                <a:ea typeface="Gmarket Sans Bold"/>
                <a:cs typeface="Gmarket Sans Bold"/>
              </a:rPr>
              <a:t>입력해 주세요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0300" y="7112000"/>
            <a:ext cx="15341600" cy="3086100"/>
          </a:xfrm>
          <a:prstGeom prst="rect">
            <a:avLst/>
          </a:prstGeom>
        </p:spPr>
        <p:txBody>
          <a:bodyPr lIns="0" tIns="220128" rIns="0" bIns="220128" rtlCol="0" anchor="ctr"/>
          <a:lstStyle/>
          <a:p>
            <a:pPr lvl="0" algn="l">
              <a:lnSpc>
                <a:spcPct val="99600"/>
              </a:lnSpc>
            </a:pPr>
            <a:r>
              <a:rPr lang="en-US" sz="17332" b="0" i="0" u="none" strike="noStrike" spc="-200">
                <a:solidFill>
                  <a:srgbClr val="2A2727"/>
                </a:solidFill>
                <a:latin typeface="Gmarket Sans Bold"/>
                <a:ea typeface="Gmarket Sans Bold"/>
                <a:cs typeface="Gmarket Sans Bold"/>
              </a:rPr>
              <a:t>제목을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5800" y="1358900"/>
            <a:ext cx="2298700" cy="787400"/>
          </a:xfrm>
          <a:prstGeom prst="rect">
            <a:avLst/>
          </a:prstGeom>
        </p:spPr>
        <p:txBody>
          <a:bodyPr lIns="0" tIns="56452" rIns="0" bIns="56452" rtlCol="0" anchor="ctr"/>
          <a:lstStyle/>
          <a:p>
            <a:pPr lvl="0" algn="ctr">
              <a:lnSpc>
                <a:spcPct val="99600"/>
              </a:lnSpc>
            </a:pPr>
            <a:r>
              <a:rPr lang="en-US" sz="4445" b="0" i="0" u="none" strike="noStrike" spc="-200">
                <a:solidFill>
                  <a:srgbClr val="2A2727"/>
                </a:solidFill>
                <a:latin typeface="Gmarket Sans Medium"/>
                <a:ea typeface="Gmarket Sans Medium"/>
                <a:cs typeface="Gmarket Sans Medium"/>
              </a:rPr>
              <a:t>학원명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0" y="6223000"/>
            <a:ext cx="7899400" cy="952500"/>
          </a:xfrm>
          <a:prstGeom prst="rect">
            <a:avLst/>
          </a:prstGeom>
        </p:spPr>
        <p:txBody>
          <a:bodyPr lIns="0" tIns="67732" rIns="0" bIns="67732" rtlCol="0" anchor="ctr"/>
          <a:lstStyle/>
          <a:p>
            <a:pPr lvl="0" algn="l">
              <a:lnSpc>
                <a:spcPct val="99600"/>
              </a:lnSpc>
            </a:pPr>
            <a:r>
              <a:rPr lang="en-US" sz="5333" b="0" i="0" u="none" strike="noStrike" spc="300">
                <a:solidFill>
                  <a:srgbClr val="2A2727"/>
                </a:solidFill>
                <a:latin typeface="Gmarket Sans Medium"/>
                <a:ea typeface="Gmarket Sans Medium"/>
                <a:cs typeface="Gmarket Sans Medium"/>
              </a:rPr>
              <a:t>슬로건을 입력해주세요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5156200"/>
            <a:ext cx="4813300" cy="510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403600" y="10172700"/>
            <a:ext cx="660400" cy="55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5156200"/>
            <a:ext cx="4813300" cy="510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042400" y="10172700"/>
            <a:ext cx="660400" cy="55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100" y="5156200"/>
            <a:ext cx="4813300" cy="510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681200" y="10172700"/>
            <a:ext cx="660400" cy="55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0" y="5156200"/>
            <a:ext cx="4813300" cy="510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0320000" y="10172700"/>
            <a:ext cx="660400" cy="558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800" y="11353800"/>
            <a:ext cx="171577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0700" y="6096000"/>
            <a:ext cx="1358900" cy="1168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2200" y="6019800"/>
            <a:ext cx="1333500" cy="133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03300" y="5372100"/>
            <a:ext cx="2616200" cy="261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59600" y="5689600"/>
            <a:ext cx="1993900" cy="199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3429000" y="11074400"/>
            <a:ext cx="609600" cy="609600"/>
          </a:xfrm>
          <a:prstGeom prst="rect">
            <a:avLst/>
          </a:prstGeom>
          <a:effectLst>
            <a:outerShdw blurRad="57332" dir="2700000">
              <a:srgbClr val="3ACA7C">
                <a:alpha val="25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43300" y="11188700"/>
            <a:ext cx="368300" cy="368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9067800" y="11074400"/>
            <a:ext cx="609600" cy="609600"/>
          </a:xfrm>
          <a:prstGeom prst="rect">
            <a:avLst/>
          </a:prstGeom>
          <a:effectLst>
            <a:outerShdw blurRad="57332" dir="2700000">
              <a:srgbClr val="3ACA7C">
                <a:alpha val="2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2100" y="11188700"/>
            <a:ext cx="368300" cy="36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14706600" y="11074400"/>
            <a:ext cx="609600" cy="609600"/>
          </a:xfrm>
          <a:prstGeom prst="rect">
            <a:avLst/>
          </a:prstGeom>
          <a:effectLst>
            <a:outerShdw blurRad="57332" dir="2700000">
              <a:srgbClr val="3ACA7C">
                <a:alpha val="25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20900" y="11188700"/>
            <a:ext cx="368300" cy="368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20345400" y="11074400"/>
            <a:ext cx="609600" cy="609600"/>
          </a:xfrm>
          <a:prstGeom prst="rect">
            <a:avLst/>
          </a:prstGeom>
          <a:effectLst>
            <a:outerShdw blurRad="57332" dir="2700000">
              <a:srgbClr val="3ACA7C">
                <a:alpha val="25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59700" y="11188700"/>
            <a:ext cx="368300" cy="368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Information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0800" y="2209800"/>
            <a:ext cx="12585700" cy="22860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정체성을 보여주는 </a:t>
            </a:r>
          </a:p>
          <a:p>
            <a:pPr lvl="0" algn="l">
              <a:lnSpc>
                <a:spcPct val="1078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문구를 한줄로 작성해주세요.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0100" y="7899400"/>
            <a:ext cx="3340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교육 역량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08900" y="7899400"/>
            <a:ext cx="3340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교육 역량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47700" y="7899400"/>
            <a:ext cx="3340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교육 역량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745200" y="7899400"/>
            <a:ext cx="3810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학원의 교육 방향과
정체성을
한 줄로 정의해 주세요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1800" y="8750300"/>
            <a:ext cx="4064000" cy="774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[학원만의 교육 방향을</a:t>
            </a:r>
          </a:p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적어주세요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40600" y="8750300"/>
            <a:ext cx="4064000" cy="774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[학원만의 교육 방향을</a:t>
            </a:r>
          </a:p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적어주세요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79400" y="8750300"/>
            <a:ext cx="4064000" cy="774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[학원만의 교육 방향을</a:t>
            </a:r>
          </a:p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적어주세요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700" y="5588000"/>
            <a:ext cx="6908800" cy="7035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5575300"/>
            <a:ext cx="6908800" cy="703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5588000"/>
            <a:ext cx="6908800" cy="7035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878300" y="10706100"/>
            <a:ext cx="5448300" cy="10922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just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464646"/>
                </a:solidFill>
                <a:latin typeface="Pretendard Light"/>
                <a:ea typeface="Pretendard Light"/>
                <a:cs typeface="Pretendard Light"/>
              </a:rPr>
              <a:t>학원의 핵심 강정을 설명해 주세요
학원의 핵심 강정을 설명해 주세요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41800" y="9753600"/>
            <a:ext cx="5207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강점을 적어주세요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43900" y="6096000"/>
            <a:ext cx="14351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A2E5C0"/>
                </a:solidFill>
                <a:latin typeface="NEXON Lv2 Gothic Medium"/>
                <a:ea typeface="NEXON Lv2 Gothic Medium"/>
                <a:cs typeface="NEXON Lv2 Gothic Medium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Key point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800" y="2209800"/>
            <a:ext cx="143002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 핵심을
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4200" y="10693400"/>
            <a:ext cx="5448300" cy="10922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just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464646"/>
                </a:solidFill>
                <a:latin typeface="Pretendard Light"/>
                <a:ea typeface="Pretendard Light"/>
                <a:cs typeface="Pretendard Light"/>
              </a:rPr>
              <a:t>학원의 핵심 강정을 설명해 주세요
학원의 핵심 강정을 설명해 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37700" y="9740900"/>
            <a:ext cx="5207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강점을 적어주세요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27100" y="6083300"/>
            <a:ext cx="14351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FFFFFF"/>
                </a:solidFill>
                <a:latin typeface="NEXON Lv2 Gothic Medium"/>
                <a:ea typeface="NEXON Lv2 Gothic Medium"/>
                <a:cs typeface="NEXON Lv2 Gothic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7400" y="10706100"/>
            <a:ext cx="5448300" cy="10922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just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464646"/>
                </a:solidFill>
                <a:latin typeface="Pretendard Light"/>
                <a:ea typeface="Pretendard Light"/>
                <a:cs typeface="Pretendard Light"/>
              </a:rPr>
              <a:t>학원의 핵심 강정을 설명해 주세요
학원의 핵심 강정을 설명해 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20900" y="9753600"/>
            <a:ext cx="5207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강점을 적어주세요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10300" y="6096000"/>
            <a:ext cx="14351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6666" b="0" i="0" u="none" strike="noStrike">
                <a:solidFill>
                  <a:srgbClr val="FFFFFF"/>
                </a:solidFill>
                <a:latin typeface="NEXON Lv2 Gothic Medium"/>
                <a:ea typeface="NEXON Lv2 Gothic Medium"/>
                <a:cs typeface="NEXON Lv2 Gothic Medium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0" y="4711700"/>
            <a:ext cx="7594600" cy="7594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9969500" y="6286500"/>
            <a:ext cx="4445000" cy="444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6527800"/>
            <a:ext cx="3962400" cy="3962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0" y="12065000"/>
            <a:ext cx="254000" cy="45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2065000" y="4508500"/>
            <a:ext cx="254000" cy="45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22400" y="5118100"/>
            <a:ext cx="7442200" cy="194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62100" y="5232400"/>
            <a:ext cx="1701800" cy="170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1200" y="5715000"/>
            <a:ext cx="863600" cy="736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11400" y="7531100"/>
            <a:ext cx="7442200" cy="1943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51100" y="7658100"/>
            <a:ext cx="1701800" cy="170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9700" y="5118100"/>
            <a:ext cx="7442200" cy="1943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700" y="5232400"/>
            <a:ext cx="1701800" cy="1701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9800" y="5435600"/>
            <a:ext cx="1295400" cy="129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0400" y="7531100"/>
            <a:ext cx="7442200" cy="194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8400" y="7658100"/>
            <a:ext cx="1701800" cy="170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35900" y="7975600"/>
            <a:ext cx="1054100" cy="1054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79700" y="9956800"/>
            <a:ext cx="7442200" cy="1943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7700" y="10071100"/>
            <a:ext cx="1701800" cy="1701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74100" y="10477500"/>
            <a:ext cx="889000" cy="889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22400" y="9956800"/>
            <a:ext cx="7442200" cy="1943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62100" y="10071100"/>
            <a:ext cx="1701800" cy="170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316200" y="7823200"/>
            <a:ext cx="1333500" cy="1333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605000" y="10414000"/>
            <a:ext cx="1016000" cy="952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439400" y="7835900"/>
            <a:ext cx="3492500" cy="1320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전체</a:t>
            </a:r>
          </a:p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핵심 내용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30600" y="5410200"/>
            <a:ext cx="3429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성장 사례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30600" y="59436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119600" y="7823200"/>
            <a:ext cx="3429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3ACA7C"/>
                </a:solidFill>
                <a:latin typeface="Pretendard SemiBold"/>
                <a:ea typeface="Pretendard SemiBold"/>
                <a:cs typeface="Pretendard SemiBold"/>
              </a:rPr>
              <a:t>성장 사례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119600" y="83693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585858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70300" y="5410200"/>
            <a:ext cx="2159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3ACA7C"/>
                </a:solidFill>
                <a:latin typeface="Pretendard SemiBold"/>
                <a:ea typeface="Pretendard SemiBold"/>
                <a:cs typeface="Pretendard SemiBold"/>
              </a:rPr>
              <a:t>주요 실적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70300" y="59563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585858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46400" y="7835900"/>
            <a:ext cx="2159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3ACA7C"/>
                </a:solidFill>
                <a:latin typeface="Pretendard SemiBold"/>
                <a:ea typeface="Pretendard SemiBold"/>
                <a:cs typeface="Pretendard SemiBold"/>
              </a:rPr>
              <a:t>주요 실적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46400" y="83693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585858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70300" y="10261600"/>
            <a:ext cx="36068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3ACA7C"/>
                </a:solidFill>
                <a:latin typeface="Pretendard SemiBold"/>
                <a:ea typeface="Pretendard SemiBold"/>
                <a:cs typeface="Pretendard SemiBold"/>
              </a:rPr>
              <a:t>주요 실적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Development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0800" y="2209800"/>
            <a:ext cx="164846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주요 실적과 성장 사례를 적어주세요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70300" y="107950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585858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230600" y="10248900"/>
            <a:ext cx="3429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>
                <a:solidFill>
                  <a:srgbClr val="3ACA7C"/>
                </a:solidFill>
                <a:latin typeface="Pretendard SemiBold"/>
                <a:ea typeface="Pretendard SemiBold"/>
                <a:cs typeface="Pretendard SemiBold"/>
              </a:rPr>
              <a:t>성장 사레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230600" y="10782300"/>
            <a:ext cx="4165600" cy="469900"/>
          </a:xfrm>
          <a:prstGeom prst="rect">
            <a:avLst/>
          </a:prstGeom>
        </p:spPr>
        <p:txBody>
          <a:bodyPr lIns="0" tIns="50801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585858"/>
                </a:solidFill>
                <a:latin typeface="Pretendard Light"/>
                <a:ea typeface="Pretendard Light"/>
                <a:cs typeface="Pretendard Light"/>
              </a:rPr>
              <a:t>세부 내용을 입력해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191000"/>
            <a:ext cx="666750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4279900"/>
            <a:ext cx="6756400" cy="7327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초등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0800" y="2209800"/>
            <a:ext cx="15443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반구성과 학습 체계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0" y="4279900"/>
            <a:ext cx="6896100" cy="7327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4211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1100" y="5054600"/>
            <a:ext cx="40132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211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7400" y="54737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7400" y="4953000"/>
            <a:ext cx="37465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7400" y="63373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56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45600" y="5054600"/>
            <a:ext cx="44704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456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191000"/>
            <a:ext cx="666750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4279900"/>
            <a:ext cx="6756400" cy="7327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중등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0800" y="2209800"/>
            <a:ext cx="15443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반구성과 학습 체계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0" y="4279900"/>
            <a:ext cx="6896100" cy="7327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4211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1100" y="5054600"/>
            <a:ext cx="40132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211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7400" y="54737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7400" y="4953000"/>
            <a:ext cx="37465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7400" y="63373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56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45600" y="5054600"/>
            <a:ext cx="44704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456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191000"/>
            <a:ext cx="666750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4279900"/>
            <a:ext cx="6756400" cy="7327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고등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0800" y="2209800"/>
            <a:ext cx="15443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반구성과 학습 체계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0" y="4279900"/>
            <a:ext cx="6896100" cy="7327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4211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1100" y="5054600"/>
            <a:ext cx="40132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211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7400" y="54737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7400" y="4953000"/>
            <a:ext cx="37465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7400" y="63373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5600" y="5562600"/>
            <a:ext cx="511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45600" y="5054600"/>
            <a:ext cx="44704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l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45600" y="6426200"/>
            <a:ext cx="65405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학습체계를 구체적으로 적어주세요
학습체계를 구체적으로 적어주세요
학습체계를 구체적으로 적어주세요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4229100"/>
            <a:ext cx="10363200" cy="3771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353800" y="5727700"/>
            <a:ext cx="9144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600" y="4229100"/>
            <a:ext cx="10363200" cy="3771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7399000" y="7759700"/>
            <a:ext cx="914400" cy="774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4600" y="8737600"/>
            <a:ext cx="10363200" cy="3771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077700" y="10236200"/>
            <a:ext cx="914400" cy="774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21000"/>
          </a:blip>
          <a:stretch>
            <a:fillRect/>
          </a:stretch>
        </p:blipFill>
        <p:spPr>
          <a:xfrm>
            <a:off x="10401300" y="6591300"/>
            <a:ext cx="3568700" cy="356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" y="8750300"/>
            <a:ext cx="10363200" cy="377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045200" y="8242300"/>
            <a:ext cx="914400" cy="774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3700" y="6731000"/>
            <a:ext cx="3289300" cy="3289300"/>
          </a:xfrm>
          <a:prstGeom prst="rect">
            <a:avLst/>
          </a:prstGeom>
          <a:effectLst>
            <a:outerShdw blurRad="65714" dir="2700000">
              <a:srgbClr val="3ACA7C">
                <a:alpha val="5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9400" y="7315200"/>
            <a:ext cx="952500" cy="952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20800" y="1587500"/>
            <a:ext cx="72644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0800" y="2209800"/>
            <a:ext cx="14084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학습 관리 시스템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51300" y="4940300"/>
            <a:ext cx="4902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요소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6000" y="6299200"/>
            <a:ext cx="8432800" cy="11176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3333" b="0" i="0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구체적인 설명을 적어주세요
구체적인 설명을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25900" y="5448300"/>
            <a:ext cx="49530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33" b="0" i="0" u="none" strike="noStrike">
                <a:solidFill>
                  <a:srgbClr val="585858"/>
                </a:solidFill>
                <a:latin typeface="Pretendard SemiBold"/>
                <a:ea typeface="Pretendard SemiBold"/>
                <a:cs typeface="Pretendard SemiBold"/>
              </a:rPr>
              <a:t>출결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05100" y="4940300"/>
            <a:ext cx="4902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요소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39800" y="6299200"/>
            <a:ext cx="8432800" cy="11176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3333" b="0" i="0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구체적인 설명을 적어주세요
구체적인 설명을 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79700" y="5448300"/>
            <a:ext cx="49530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33" b="0" i="0" u="none" strike="noStrike">
                <a:solidFill>
                  <a:srgbClr val="585858"/>
                </a:solidFill>
                <a:latin typeface="Pretendard SemiBold"/>
                <a:ea typeface="Pretendard SemiBold"/>
                <a:cs typeface="Pretendard SemiBold"/>
              </a:rPr>
              <a:t>과제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05100" y="9448800"/>
            <a:ext cx="4902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요소 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39800" y="10820400"/>
            <a:ext cx="8432800" cy="11176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3333" b="0" i="0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구체적인 설명을 적어주세요
구체적인 설명을 적어주세요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79700" y="9969500"/>
            <a:ext cx="49530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33" b="0" i="0" u="none" strike="noStrike">
                <a:solidFill>
                  <a:srgbClr val="585858"/>
                </a:solidFill>
                <a:latin typeface="Pretendard SemiBold"/>
                <a:ea typeface="Pretendard SemiBold"/>
                <a:cs typeface="Pretendard SemiBold"/>
              </a:rPr>
              <a:t>상담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51300" y="9461500"/>
            <a:ext cx="4902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 요소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86000" y="10833100"/>
            <a:ext cx="8432800" cy="11176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ctr">
              <a:lnSpc>
                <a:spcPct val="103749"/>
              </a:lnSpc>
            </a:pPr>
            <a:r>
              <a:rPr lang="en-US" sz="3333" b="0" i="0" u="none" strike="noStrike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구체적인 설명을 적어주세요
구체적인 설명을 적어주세요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25900" y="9982200"/>
            <a:ext cx="49530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33" b="0" i="0" u="none" strike="noStrike">
                <a:solidFill>
                  <a:srgbClr val="585858"/>
                </a:solidFill>
                <a:latin typeface="Pretendard SemiBold"/>
                <a:ea typeface="Pretendard SemiBold"/>
                <a:cs typeface="Pretendard SemiBold"/>
              </a:rPr>
              <a:t>성취도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12500" y="8394700"/>
            <a:ext cx="2146300" cy="977900"/>
          </a:xfrm>
          <a:prstGeom prst="rect">
            <a:avLst/>
          </a:prstGeom>
        </p:spPr>
        <p:txBody>
          <a:bodyPr lIns="0" tIns="58421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학원의</a:t>
            </a:r>
          </a:p>
          <a:p>
            <a:pPr lvl="0" algn="ctr">
              <a:lnSpc>
                <a:spcPct val="912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관리 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87500"/>
            <a:ext cx="72644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Time table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20800" y="2209800"/>
            <a:ext cx="14084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시간표를 알려주세요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20800" y="3860800"/>
          <a:ext cx="21878064" cy="8641050"/>
        </p:xfrm>
        <a:graphic>
          <a:graphicData uri="http://schemas.openxmlformats.org/drawingml/2006/table">
            <a:tbl>
              <a:tblPr/>
              <a:tblGrid>
                <a:gridCol w="273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5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5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35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5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0052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9747" marB="7974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금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토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E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1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적어주세요</a:t>
                      </a:r>
                    </a:p>
                  </a:txBody>
                  <a:tcPr marL="25400" marR="25400" marT="76791" marB="7679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22100" y="10718800"/>
            <a:ext cx="9271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2933700" y="4279900"/>
            <a:ext cx="18580100" cy="598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11188700"/>
            <a:ext cx="18034000" cy="1422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500" y="4660900"/>
            <a:ext cx="5207000" cy="520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00" y="4660900"/>
            <a:ext cx="5207000" cy="520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4200" y="4660900"/>
            <a:ext cx="5207000" cy="5207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1587500"/>
            <a:ext cx="72644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Program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800" y="2209800"/>
            <a:ext cx="14084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특별 프로그램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67500" y="11480800"/>
            <a:ext cx="110490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4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프로그램의 한 줄 정의를 설명해주세요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5500" y="5753100"/>
            <a:ext cx="27305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ctr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프로그램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8300" y="6273800"/>
            <a:ext cx="3632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프로그램명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73500" y="7124700"/>
            <a:ext cx="4419600" cy="17907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세부적인 설명을 적어주세요
세부적인 설명을 적어주세요
세부적인 설명을 적어주세요
세부적인 설명을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68800" y="5753100"/>
            <a:ext cx="27051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ctr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프로그램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64000" y="6273800"/>
            <a:ext cx="33147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프로그램명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217900" y="7124700"/>
            <a:ext cx="4419600" cy="17907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세부적인 설명을 적어주세요
세부적인 설명을 적어주세요
세부적인 설명을 적어주세요
세부적인 설명을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37900" y="5753100"/>
            <a:ext cx="2095500" cy="469900"/>
          </a:xfrm>
          <a:prstGeom prst="rect">
            <a:avLst/>
          </a:prstGeom>
        </p:spPr>
        <p:txBody>
          <a:bodyPr lIns="0" tIns="50801" rIns="0" bIns="50801" rtlCol="0" anchor="ctr"/>
          <a:lstStyle/>
          <a:p>
            <a:pPr lvl="0" algn="ctr">
              <a:lnSpc>
                <a:spcPct val="91299"/>
              </a:lnSpc>
            </a:pPr>
            <a:r>
              <a:rPr lang="en-US" sz="2666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프로그램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26700" y="6273800"/>
            <a:ext cx="35433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464646"/>
                </a:solidFill>
                <a:latin typeface="Pretendard SemiBold"/>
                <a:ea typeface="Pretendard SemiBold"/>
                <a:cs typeface="Pretendard SemiBold"/>
              </a:rPr>
              <a:t>프로그램명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36200" y="7124700"/>
            <a:ext cx="3860800" cy="17907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787878"/>
                </a:solidFill>
                <a:latin typeface="Pretendard Light"/>
                <a:ea typeface="Pretendard Light"/>
                <a:cs typeface="Pretendard Light"/>
              </a:rPr>
              <a:t>세부적인 설명을 적어주세요
세부적인 설명을 적어주세요
세부적인 설명을 적어주세요
세부적인 설명을 적어주세요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531600" y="6743700"/>
            <a:ext cx="13081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91000"/>
            <a:ext cx="6997700" cy="2108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100" y="7086600"/>
            <a:ext cx="7023100" cy="554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900" y="9156700"/>
            <a:ext cx="56515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859500" y="6731000"/>
            <a:ext cx="13081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4700" y="4178300"/>
            <a:ext cx="69977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0" y="7073900"/>
            <a:ext cx="7023100" cy="5549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7800" y="9144000"/>
            <a:ext cx="56515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203700" y="6743700"/>
            <a:ext cx="13081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191000"/>
            <a:ext cx="6997700" cy="210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7086600"/>
            <a:ext cx="7023100" cy="554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000" y="9156700"/>
            <a:ext cx="56515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Question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0800" y="2209800"/>
            <a:ext cx="14820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자주 묻는 질문 Q&amp;A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20400" y="4699000"/>
            <a:ext cx="2755900" cy="596900"/>
          </a:xfrm>
          <a:prstGeom prst="rect">
            <a:avLst/>
          </a:prstGeom>
        </p:spPr>
        <p:txBody>
          <a:bodyPr lIns="0" tIns="63499" rIns="0" bIns="63499" rtlCol="0" anchor="ctr"/>
          <a:lstStyle/>
          <a:p>
            <a:pPr lvl="0" algn="ctr">
              <a:lnSpc>
                <a:spcPct val="912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Q2.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75700" y="5257800"/>
            <a:ext cx="6832600" cy="596900"/>
          </a:xfrm>
          <a:prstGeom prst="rect">
            <a:avLst/>
          </a:prstGeom>
        </p:spPr>
        <p:txBody>
          <a:bodyPr lIns="0" tIns="42333" rIns="0" bIns="42333" rtlCol="0" anchor="ctr"/>
          <a:lstStyle/>
          <a:p>
            <a:pPr lvl="0" algn="ctr">
              <a:lnSpc>
                <a:spcPct val="99600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질문을 입력해 주세요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37700" y="7747000"/>
            <a:ext cx="5295900" cy="596900"/>
          </a:xfrm>
          <a:prstGeom prst="rect">
            <a:avLst/>
          </a:prstGeom>
        </p:spPr>
        <p:txBody>
          <a:bodyPr lIns="0" tIns="21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333" b="0" i="0" u="none" strike="noStrike">
                <a:solidFill>
                  <a:srgbClr val="38C177"/>
                </a:solidFill>
                <a:latin typeface="Pretendard Bold"/>
                <a:ea typeface="Pretendard Bold"/>
                <a:cs typeface="Pretendard Bold"/>
              </a:rPr>
              <a:t>A. 답변을 적어주세요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96400" y="9817100"/>
            <a:ext cx="5791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
세부 설명을 추가해 주세요
세부 설명을 추가해 주세요
세부 설명을 추가해 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35600" y="4699000"/>
            <a:ext cx="2755900" cy="596900"/>
          </a:xfrm>
          <a:prstGeom prst="rect">
            <a:avLst/>
          </a:prstGeom>
        </p:spPr>
        <p:txBody>
          <a:bodyPr lIns="0" tIns="63499" rIns="0" bIns="63499" rtlCol="0" anchor="ctr"/>
          <a:lstStyle/>
          <a:p>
            <a:pPr lvl="0" algn="ctr">
              <a:lnSpc>
                <a:spcPct val="912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Q3.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90900" y="5257800"/>
            <a:ext cx="6832600" cy="596900"/>
          </a:xfrm>
          <a:prstGeom prst="rect">
            <a:avLst/>
          </a:prstGeom>
        </p:spPr>
        <p:txBody>
          <a:bodyPr lIns="0" tIns="42333" rIns="0" bIns="42333" rtlCol="0" anchor="ctr"/>
          <a:lstStyle/>
          <a:p>
            <a:pPr lvl="0" algn="ctr">
              <a:lnSpc>
                <a:spcPct val="99600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질문을 입력해 주세요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65600" y="7734300"/>
            <a:ext cx="5295900" cy="596900"/>
          </a:xfrm>
          <a:prstGeom prst="rect">
            <a:avLst/>
          </a:prstGeom>
        </p:spPr>
        <p:txBody>
          <a:bodyPr lIns="0" tIns="21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333" b="0" i="0" u="none" strike="noStrike">
                <a:solidFill>
                  <a:srgbClr val="38C177"/>
                </a:solidFill>
                <a:latin typeface="Pretendard Bold"/>
                <a:ea typeface="Pretendard Bold"/>
                <a:cs typeface="Pretendard Bold"/>
              </a:rPr>
              <a:t>A. 답변을 적어주세요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11600" y="9817100"/>
            <a:ext cx="5791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
세부 설명을 추가해 주세요
세부 설명을 추가해 주세요
세부 설명을 추가해 주세요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79800" y="4699000"/>
            <a:ext cx="2755900" cy="596900"/>
          </a:xfrm>
          <a:prstGeom prst="rect">
            <a:avLst/>
          </a:prstGeom>
        </p:spPr>
        <p:txBody>
          <a:bodyPr lIns="0" tIns="63499" rIns="0" bIns="63499" rtlCol="0" anchor="ctr"/>
          <a:lstStyle/>
          <a:p>
            <a:pPr lvl="0" algn="ctr">
              <a:lnSpc>
                <a:spcPct val="91299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5100" y="5257800"/>
            <a:ext cx="6832600" cy="596900"/>
          </a:xfrm>
          <a:prstGeom prst="rect">
            <a:avLst/>
          </a:prstGeom>
        </p:spPr>
        <p:txBody>
          <a:bodyPr lIns="0" tIns="42333" rIns="0" bIns="42333" rtlCol="0" anchor="ctr"/>
          <a:lstStyle/>
          <a:p>
            <a:pPr lvl="0" algn="ctr">
              <a:lnSpc>
                <a:spcPct val="99600"/>
              </a:lnSpc>
            </a:pPr>
            <a:r>
              <a:rPr lang="en-US" sz="3333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질문을 입력해 주세요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89200" y="7734300"/>
            <a:ext cx="4724400" cy="596900"/>
          </a:xfrm>
          <a:prstGeom prst="rect">
            <a:avLst/>
          </a:prstGeom>
        </p:spPr>
        <p:txBody>
          <a:bodyPr lIns="0" tIns="21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333" b="0" i="0" u="none" strike="noStrike">
                <a:solidFill>
                  <a:srgbClr val="38C177"/>
                </a:solidFill>
                <a:latin typeface="Pretendard Bold"/>
                <a:ea typeface="Pretendard Bold"/>
                <a:cs typeface="Pretendard Bold"/>
              </a:rPr>
              <a:t>A. 답변을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55800" y="9817100"/>
            <a:ext cx="5791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85858"/>
                </a:solidFill>
                <a:latin typeface="Pretendard Regular"/>
                <a:ea typeface="Pretendard Regular"/>
                <a:cs typeface="Pretendard Regular"/>
              </a:rPr>
              <a:t>세부 설명을 추가해 주세요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3924300"/>
            <a:ext cx="12496800" cy="2717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208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38C177"/>
                </a:solidFill>
                <a:latin typeface="NEXON Lv2 Gothic Bold"/>
                <a:ea typeface="NEXON Lv2 Gothic Bold"/>
                <a:cs typeface="NEXON Lv2 Gothic Bold"/>
              </a:rPr>
              <a:t>Information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0800" y="2209800"/>
            <a:ext cx="13550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666" b="1" i="0" u="none" strike="noStrike" spc="-200">
                <a:solidFill>
                  <a:srgbClr val="585858"/>
                </a:solidFill>
                <a:latin typeface="Gmarket Sans Light"/>
                <a:ea typeface="Gmarket Sans Light"/>
                <a:cs typeface="Gmarket Sans Light"/>
              </a:rPr>
              <a:t>학원의 등록 안내를 적어주세요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3600" y="53086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상담 전화번호를 적어주세요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3600" y="43307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상담 전화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4400" y="6502400"/>
            <a:ext cx="5295900" cy="5486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7086600"/>
            <a:ext cx="12496800" cy="2717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368800" y="84582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카카오톡 채널을 적어주세요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8800" y="74930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카카오톡 채널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10058400"/>
            <a:ext cx="12496800" cy="2717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133600" y="11430000"/>
            <a:ext cx="9207500" cy="66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주소를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3600" y="10464800"/>
            <a:ext cx="5727700" cy="787400"/>
          </a:xfrm>
          <a:prstGeom prst="rect">
            <a:avLst/>
          </a:prstGeom>
        </p:spPr>
        <p:txBody>
          <a:bodyPr lIns="0" tIns="83821" rIns="0" bIns="83821" rtlCol="0" anchor="ctr"/>
          <a:lstStyle/>
          <a:p>
            <a:pPr lvl="0" algn="l">
              <a:lnSpc>
                <a:spcPct val="91299"/>
              </a:lnSpc>
            </a:pPr>
            <a:r>
              <a:rPr lang="en-US" sz="4400" b="0" i="0" u="none" strike="noStrike">
                <a:solidFill>
                  <a:srgbClr val="38C177"/>
                </a:solidFill>
                <a:latin typeface="Pretendard SemiBold"/>
                <a:ea typeface="Pretendard SemiBold"/>
                <a:cs typeface="Pretendard SemiBold"/>
              </a:rPr>
              <a:t>오시는 길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0" y="4584700"/>
            <a:ext cx="1358900" cy="132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3800" y="7747000"/>
            <a:ext cx="1447800" cy="1435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8100" y="10693400"/>
            <a:ext cx="1397000" cy="139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사용자 지정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6" baseType="lpstr">
      <vt:lpstr>Pretendard Light</vt:lpstr>
      <vt:lpstr>Gmarket Sans Light</vt:lpstr>
      <vt:lpstr>Gmarket Sans Bold</vt:lpstr>
      <vt:lpstr>Pretendard ExtraLight</vt:lpstr>
      <vt:lpstr>Pretendard Bold</vt:lpstr>
      <vt:lpstr>NEXON Lv2 Gothic Bold</vt:lpstr>
      <vt:lpstr>Pretendard Medium</vt:lpstr>
      <vt:lpstr>Calibri</vt:lpstr>
      <vt:lpstr>Gmarket Sans Medium</vt:lpstr>
      <vt:lpstr>NEXON Lv2 Gothic Medium</vt:lpstr>
      <vt:lpstr>Arial</vt:lpstr>
      <vt:lpstr>Pretendard Regular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2</cp:revision>
  <dcterms:created xsi:type="dcterms:W3CDTF">2006-08-16T00:00:00Z</dcterms:created>
  <dcterms:modified xsi:type="dcterms:W3CDTF">2026-06-26T10:27:57Z</dcterms:modified>
</cp:coreProperties>
</file>