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391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71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03200"/>
            <a:ext cx="139192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12700"/>
            <a:ext cx="14262100" cy="483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8978900" y="660400"/>
            <a:ext cx="4394200" cy="365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-266700"/>
            <a:ext cx="3924300" cy="6489700"/>
          </a:xfrm>
          <a:prstGeom prst="rect">
            <a:avLst/>
          </a:prstGeom>
          <a:effectLst>
            <a:outerShdw blurRad="765836" dir="5400000">
              <a:srgbClr val="595959">
                <a:alpha val="7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651500"/>
            <a:ext cx="14262100" cy="4432300"/>
          </a:xfrm>
          <a:prstGeom prst="rect">
            <a:avLst/>
          </a:prstGeom>
          <a:effectLst>
            <a:outerShdw blurRad="221725" dist="68223" dir="21540000">
              <a:srgbClr val="565B61">
                <a:alpha val="45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52400" y="4038600"/>
            <a:ext cx="13970000" cy="767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89000" y="774700"/>
            <a:ext cx="7010400" cy="2527300"/>
          </a:xfrm>
          <a:prstGeom prst="rect">
            <a:avLst/>
          </a:prstGeom>
          <a:effectLst>
            <a:outerShdw blurRad="197564" dist="4939" dir="5400000">
              <a:srgbClr val="000000">
                <a:alpha val="70000"/>
              </a:srgbClr>
            </a:outerShdw>
          </a:effectLst>
        </p:spPr>
        <p:txBody>
          <a:bodyPr lIns="0" tIns="56896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78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 달라지는</a:t>
            </a:r>
          </a:p>
          <a:p>
            <a:pPr lvl="0" algn="l">
              <a:lnSpc>
                <a:spcPct val="96279"/>
              </a:lnSpc>
            </a:pPr>
            <a:r>
              <a:rPr lang="en-US" sz="7778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 공부 방법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7800" y="5981700"/>
            <a:ext cx="1638300" cy="1638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31900" y="203200"/>
            <a:ext cx="7137400" cy="132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5600" y="6261100"/>
            <a:ext cx="1219200" cy="1219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911600" y="77978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5981700"/>
            <a:ext cx="1638300" cy="1638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31900" y="203200"/>
            <a:ext cx="118110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0" y="6438900"/>
            <a:ext cx="1028700" cy="698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2230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400" y="5981700"/>
            <a:ext cx="1638300" cy="1638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31900" y="203200"/>
            <a:ext cx="164973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200" y="6375400"/>
            <a:ext cx="1054100" cy="8001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5471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0" y="8826500"/>
            <a:ext cx="1511300" cy="3429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911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61000" y="9194800"/>
            <a:ext cx="3340100" cy="5715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9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04700" y="9131300"/>
            <a:ext cx="17145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49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5100" y="203200"/>
            <a:ext cx="139192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9500" y="1244600"/>
            <a:ext cx="55118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성장학원인가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500" y="2184400"/>
            <a:ext cx="8509000" cy="419100"/>
          </a:xfrm>
          <a:prstGeom prst="rect">
            <a:avLst/>
          </a:prstGeom>
        </p:spPr>
        <p:txBody>
          <a:bodyPr lIns="0" tIns="6905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 문제</a:t>
            </a:r>
            <a:r>
              <a:rPr lang="en-US" sz="18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 아닌 </a:t>
            </a:r>
            <a:r>
              <a:rPr lang="en-US" sz="233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 학습 시스템으로 지도</a:t>
            </a:r>
            <a:r>
              <a:rPr lang="en-US" sz="831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33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3860800"/>
            <a:ext cx="5930900" cy="130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68400" y="469900"/>
            <a:ext cx="57658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095500" y="4178300"/>
            <a:ext cx="430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 통합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5500" y="4559300"/>
            <a:ext cx="42799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진도와 생활을 함께 관리합니다.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4356100"/>
            <a:ext cx="393700" cy="29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5435600"/>
            <a:ext cx="5930900" cy="130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68400" y="469900"/>
            <a:ext cx="57658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955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과목별 전담 강사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55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5년 이상 경력의 전문 강사진입니다.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5930900"/>
            <a:ext cx="3937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6997700"/>
            <a:ext cx="5930900" cy="130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68400" y="469900"/>
            <a:ext cx="57658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095500" y="7315200"/>
            <a:ext cx="47498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95500" y="7696200"/>
            <a:ext cx="47244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학습 현황을 한 페이지로 공유합니다.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493000"/>
            <a:ext cx="393700" cy="292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3035300"/>
            <a:ext cx="2578100" cy="520700"/>
          </a:xfrm>
          <a:prstGeom prst="rect">
            <a:avLst/>
          </a:prstGeom>
        </p:spPr>
        <p:txBody>
          <a:bodyPr lIns="0" tIns="4305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95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3860800"/>
            <a:ext cx="5930900" cy="1308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13400" y="469900"/>
            <a:ext cx="92075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8255000" y="4178300"/>
            <a:ext cx="377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 간 연계 학습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55000" y="4559300"/>
            <a:ext cx="3746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독해 · 지문을 교차로 활용합니다.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4356100"/>
            <a:ext cx="393700" cy="292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5435600"/>
            <a:ext cx="5930900" cy="13081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613400" y="469900"/>
            <a:ext cx="92075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2550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시험 4주 대비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550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동시 부스터를 가동합니다.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5930900"/>
            <a:ext cx="393700" cy="292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6997700"/>
            <a:ext cx="5930900" cy="13081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13400" y="469900"/>
            <a:ext cx="92075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8255000" y="7315200"/>
            <a:ext cx="42164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초등 · 중등 · 고등 진학 연결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55000" y="7696200"/>
            <a:ext cx="41910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기초부터 시작해 고등까지 이어갑니다.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7493000"/>
            <a:ext cx="3937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7000" y="139700"/>
            <a:ext cx="140208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320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7F7F7F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9500" y="1206500"/>
            <a:ext cx="3213100" cy="863600"/>
          </a:xfrm>
          <a:prstGeom prst="rect">
            <a:avLst/>
          </a:prstGeom>
        </p:spPr>
        <p:txBody>
          <a:bodyPr lIns="0" tIns="7702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565B61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2200" y="24003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국어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2200" y="57658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영어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4900" y="23749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수학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4900" y="5765800"/>
            <a:ext cx="850900" cy="495300"/>
          </a:xfrm>
          <a:prstGeom prst="rect">
            <a:avLst/>
          </a:prstGeom>
        </p:spPr>
        <p:txBody>
          <a:bodyPr lIns="0" tIns="5352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809" b="0" i="0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과학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79500" y="30861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글쓰기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일기 · 독후감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주제 글쓰기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자소서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다독 · 낭독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비문학 · 문학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고전 · 현대문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어휘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EBS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79500" y="64262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파닉스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 · 심화 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구능 어법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리딩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 · 장문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회화</a:t>
                      </a:r>
                      <a:r>
                        <a:rPr lang="en-US" sz="10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</a:t>
                      </a:r>
                      <a:r>
                        <a:rPr lang="en-US" sz="1066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회화 · 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듣기 훈련 · 실전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듣기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454900" y="30607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사고력 · 연산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 개념 ·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고1 공통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도형 · 측정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유형 · 최상위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 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경시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심화 · 경시 · 선행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r>
                        <a:rPr lang="en-US" sz="9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 · 수</a:t>
                      </a:r>
                      <a:r>
                        <a:rPr lang="en-US" sz="9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II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454900" y="6426200"/>
          <a:ext cx="5739702" cy="2371650"/>
        </p:xfrm>
        <a:graphic>
          <a:graphicData uri="http://schemas.openxmlformats.org/drawingml/2006/table">
            <a:tbl>
              <a:tblPr/>
              <a:tblGrid>
                <a:gridCol w="98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43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13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4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호기심 탐구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 · 관찰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탐구 보고서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9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533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600" y="139700"/>
            <a:ext cx="140589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048500" y="2590800"/>
            <a:ext cx="59944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264400" y="3187700"/>
            <a:ext cx="55626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42200" y="2794000"/>
            <a:ext cx="2438400" cy="355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1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201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01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201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00" y="3886200"/>
            <a:ext cx="2463800" cy="469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416800" y="4000500"/>
            <a:ext cx="23749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950200" y="3975100"/>
            <a:ext cx="18669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상승 사례 다수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2200" y="3975100"/>
            <a:ext cx="6350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모의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700" y="3276600"/>
            <a:ext cx="2070100" cy="469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92300" y="254000"/>
            <a:ext cx="18110200" cy="651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426700" y="3365500"/>
            <a:ext cx="15748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주요 대학 합격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82200" y="3365500"/>
            <a:ext cx="6350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00" y="3276600"/>
            <a:ext cx="2425700" cy="469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416800" y="3378200"/>
            <a:ext cx="2336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051800" y="3365500"/>
            <a:ext cx="162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</a:t>
            </a:r>
            <a:r>
              <a:rPr lang="en-US" sz="1059" b="0" i="0" u="none" strike="noStrike" spc="-2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과목 A등급 다수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2200" y="3365500"/>
            <a:ext cx="6350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7073900" y="4775200"/>
            <a:ext cx="5956300" cy="1879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150100" y="5486400"/>
            <a:ext cx="5803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7073900" y="6794500"/>
            <a:ext cx="5956300" cy="1879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651500" y="457200"/>
            <a:ext cx="8775700" cy="1455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391400" y="5003800"/>
            <a:ext cx="2451100" cy="381000"/>
          </a:xfrm>
          <a:prstGeom prst="rect">
            <a:avLst/>
          </a:prstGeom>
        </p:spPr>
        <p:txBody>
          <a:bodyPr lIns="0" tIns="4037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1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91400" y="7035800"/>
            <a:ext cx="2451100" cy="381000"/>
          </a:xfrm>
          <a:prstGeom prst="rect">
            <a:avLst/>
          </a:prstGeom>
        </p:spPr>
        <p:txBody>
          <a:bodyPr lIns="0" tIns="4037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1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31200" y="5486400"/>
            <a:ext cx="2857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2회 연속 미제출 시 담임 연락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16800" y="5486400"/>
            <a:ext cx="6604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200" y="5803900"/>
            <a:ext cx="289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6800" y="5816600"/>
            <a:ext cx="6604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200" y="6121400"/>
            <a:ext cx="3238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6800" y="6134100"/>
            <a:ext cx="6604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8500" y="7505700"/>
            <a:ext cx="2857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04100" y="7505700"/>
            <a:ext cx="8890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200" y="7835900"/>
            <a:ext cx="289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16800" y="7835900"/>
            <a:ext cx="8763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200" y="8153400"/>
            <a:ext cx="3238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담임선생님 채널 실시간 안내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6800" y="8153400"/>
            <a:ext cx="660400" cy="304800"/>
          </a:xfrm>
          <a:prstGeom prst="rect">
            <a:avLst/>
          </a:prstGeom>
        </p:spPr>
        <p:txBody>
          <a:bodyPr lIns="0" tIns="2144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88" b="0" i="0" u="none" strike="noStrike">
                <a:solidFill>
                  <a:srgbClr val="787878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206500" y="2590800"/>
            <a:ext cx="5511800" cy="11684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397000" y="2844800"/>
            <a:ext cx="51308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524000" y="2844800"/>
            <a:ext cx="4991100" cy="685800"/>
          </a:xfrm>
          <a:prstGeom prst="rect">
            <a:avLst/>
          </a:prstGeom>
        </p:spPr>
        <p:txBody>
          <a:bodyPr lIns="0" tIns="3741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964" b="0" i="0" u="none" strike="noStrike" spc="-10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담임이 전 과목을 책임집니다. </a:t>
            </a:r>
            <a:r>
              <a:rPr lang="en-US" sz="1964" b="0" i="0" u="none" strike="noStrike" spc="-1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흩어진 학원 4곳</a:t>
            </a:r>
          </a:p>
          <a:p>
            <a:pPr lvl="0" algn="l">
              <a:lnSpc>
                <a:spcPct val="113710"/>
              </a:lnSpc>
            </a:pPr>
            <a:r>
              <a:rPr lang="en-US" sz="1964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이 아닌, 한 곳에서 통합으로 관리받습니다.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3886200"/>
            <a:ext cx="2692400" cy="15113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270000" y="4432300"/>
            <a:ext cx="2540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2044700" y="4140200"/>
            <a:ext cx="1981200" cy="368300"/>
          </a:xfrm>
          <a:prstGeom prst="rect">
            <a:avLst/>
          </a:prstGeom>
        </p:spPr>
        <p:txBody>
          <a:bodyPr lIns="0" tIns="392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일일 테스트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11300" y="4622800"/>
            <a:ext cx="2247900" cy="558800"/>
          </a:xfrm>
          <a:prstGeom prst="rect">
            <a:avLst/>
          </a:prstGeom>
        </p:spPr>
        <p:txBody>
          <a:bodyPr lIns="0" tIns="14841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과목별 매일 테스트, 담임 통합 피드백을 합니다.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600" y="3886200"/>
            <a:ext cx="2692400" cy="15113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4127500" y="4495800"/>
            <a:ext cx="2514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4864100" y="4165600"/>
            <a:ext cx="1968500" cy="330200"/>
          </a:xfrm>
          <a:prstGeom prst="rect">
            <a:avLst/>
          </a:prstGeom>
        </p:spPr>
        <p:txBody>
          <a:bodyPr lIns="0" tIns="3554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18000" y="4622800"/>
            <a:ext cx="2247900" cy="558800"/>
          </a:xfrm>
          <a:prstGeom prst="rect">
            <a:avLst/>
          </a:prstGeom>
        </p:spPr>
        <p:txBody>
          <a:bodyPr lIns="0" tIns="14841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전 과목 진행</a:t>
            </a:r>
            <a:r>
              <a:rPr lang="en-US" sz="982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82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  <a:r>
              <a:rPr lang="en-US" sz="982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82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테스트가 한 페이지에 담깁니다.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5524500"/>
            <a:ext cx="2692400" cy="15113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270000" y="6070600"/>
            <a:ext cx="2540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032000" y="5791200"/>
            <a:ext cx="1968500" cy="330200"/>
          </a:xfrm>
          <a:prstGeom prst="rect">
            <a:avLst/>
          </a:prstGeom>
        </p:spPr>
        <p:txBody>
          <a:bodyPr lIns="0" tIns="3554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865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865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 부스터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11300" y="6273800"/>
            <a:ext cx="2247900" cy="558800"/>
          </a:xfrm>
          <a:prstGeom prst="rect">
            <a:avLst/>
          </a:prstGeom>
        </p:spPr>
        <p:txBody>
          <a:bodyPr lIns="0" tIns="14841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자동 가동, 약점 영역 우선</a:t>
            </a:r>
          </a:p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순위를 조정합니다.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600" y="5524500"/>
            <a:ext cx="2692400" cy="15113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4127500" y="6134100"/>
            <a:ext cx="2514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4864100" y="5778500"/>
            <a:ext cx="1981200" cy="368300"/>
          </a:xfrm>
          <a:prstGeom prst="rect">
            <a:avLst/>
          </a:prstGeom>
        </p:spPr>
        <p:txBody>
          <a:bodyPr lIns="0" tIns="392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담임 </a:t>
            </a:r>
            <a:r>
              <a:rPr lang="en-US" sz="2062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982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206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1178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062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206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 면담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43400" y="6273800"/>
            <a:ext cx="2247900" cy="558800"/>
          </a:xfrm>
          <a:prstGeom prst="rect">
            <a:avLst/>
          </a:prstGeom>
        </p:spPr>
        <p:txBody>
          <a:bodyPr lIns="0" tIns="14841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월간 학습</a:t>
            </a:r>
            <a:r>
              <a:rPr lang="en-US" sz="1178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1178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진로 정기 상담을 진행합니다.</a:t>
            </a: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6500" y="7162800"/>
            <a:ext cx="2692400" cy="15113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1270000" y="7708900"/>
            <a:ext cx="2540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2032000" y="7442200"/>
            <a:ext cx="1968500" cy="330200"/>
          </a:xfrm>
          <a:prstGeom prst="rect">
            <a:avLst/>
          </a:prstGeom>
        </p:spPr>
        <p:txBody>
          <a:bodyPr lIns="0" tIns="3554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865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단일 채널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24000" y="7899400"/>
            <a:ext cx="2247900" cy="571500"/>
          </a:xfrm>
          <a:prstGeom prst="rect">
            <a:avLst/>
          </a:prstGeom>
        </p:spPr>
        <p:txBody>
          <a:bodyPr lIns="0" tIns="8481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담임 카톡 채널로 전 과목 통합 소통이 가능합니다.</a:t>
            </a: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600" y="7162800"/>
            <a:ext cx="2692400" cy="1511300"/>
          </a:xfrm>
          <a:prstGeom prst="rect">
            <a:avLst/>
          </a:prstGeom>
        </p:spPr>
      </p:pic>
      <p:sp>
        <p:nvSpPr>
          <p:cNvPr id="61" name="TextBox 61"/>
          <p:cNvSpPr txBox="1"/>
          <p:nvPr/>
        </p:nvSpPr>
        <p:spPr>
          <a:xfrm>
            <a:off x="4127500" y="7772400"/>
            <a:ext cx="2514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4343400" y="7899400"/>
            <a:ext cx="2247900" cy="558800"/>
          </a:xfrm>
          <a:prstGeom prst="rect">
            <a:avLst/>
          </a:prstGeom>
        </p:spPr>
        <p:txBody>
          <a:bodyPr lIns="0" tIns="14841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69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학생별 약점 영역 추적 및 우선 순위를 조정합니다.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76800" y="7416800"/>
            <a:ext cx="1981200" cy="368300"/>
          </a:xfrm>
          <a:prstGeom prst="rect">
            <a:avLst/>
          </a:prstGeom>
        </p:spPr>
        <p:txBody>
          <a:bodyPr lIns="0" tIns="392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학습 플래너</a:t>
            </a: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1300" y="4127500"/>
            <a:ext cx="393700" cy="3937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8600" y="5778500"/>
            <a:ext cx="406400" cy="406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0" y="4127500"/>
            <a:ext cx="406400" cy="4064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0" y="5778500"/>
            <a:ext cx="406400" cy="4064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8000" y="4127500"/>
            <a:ext cx="419100" cy="4191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11300" y="7404100"/>
            <a:ext cx="406400" cy="406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18000" y="7404100"/>
            <a:ext cx="406400" cy="406400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1257300" y="774700"/>
            <a:ext cx="4445000" cy="6477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  MANAGEMENT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06500" y="12192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7000" y="139700"/>
            <a:ext cx="14020800" cy="980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320800" y="952500"/>
            <a:ext cx="2108200" cy="317500"/>
          </a:xfrm>
          <a:prstGeom prst="rect">
            <a:avLst/>
          </a:prstGeom>
        </p:spPr>
        <p:txBody>
          <a:bodyPr lIns="0" tIns="28908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600" y="1270000"/>
            <a:ext cx="4406900" cy="850900"/>
          </a:xfrm>
          <a:prstGeom prst="rect">
            <a:avLst/>
          </a:prstGeom>
        </p:spPr>
        <p:txBody>
          <a:bodyPr lIns="0" tIns="7609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70800" y="2387600"/>
            <a:ext cx="4381500" cy="342900"/>
          </a:xfrm>
          <a:prstGeom prst="rect">
            <a:avLst/>
          </a:prstGeom>
        </p:spPr>
        <p:txBody>
          <a:bodyPr lIns="0" tIns="304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920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073400"/>
            <a:ext cx="5499100" cy="1092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321300" y="203200"/>
            <a:ext cx="10248900" cy="684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597900" y="3276600"/>
            <a:ext cx="3429000" cy="698500"/>
          </a:xfrm>
          <a:prstGeom prst="rect">
            <a:avLst/>
          </a:prstGeom>
        </p:spPr>
        <p:txBody>
          <a:bodyPr lIns="0" tIns="3409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</a:t>
            </a:r>
          </a:p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@sungjang-academy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721600" y="4394200"/>
            <a:ext cx="5461000" cy="2209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19700" y="254000"/>
            <a:ext cx="10439400" cy="1046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721600" y="6908800"/>
            <a:ext cx="5473700" cy="2311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245100" y="254000"/>
            <a:ext cx="10426700" cy="1560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0700" y="4737100"/>
            <a:ext cx="520700" cy="520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7023100"/>
            <a:ext cx="1358900" cy="711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826500" y="4813300"/>
            <a:ext cx="2044700" cy="3810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146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8400" y="7200900"/>
            <a:ext cx="1892300" cy="330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91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28000" y="5461000"/>
            <a:ext cx="23495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1215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1057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2600" y="7874000"/>
            <a:ext cx="23749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1244600" y="2552700"/>
            <a:ext cx="5194300" cy="2044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35100" y="673100"/>
            <a:ext cx="4800600" cy="581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397000" y="28448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787878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9000" y="28829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46500" y="3949700"/>
            <a:ext cx="24257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홈페이지 · 전화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6200" y="939800"/>
            <a:ext cx="2984500" cy="317500"/>
          </a:xfrm>
          <a:prstGeom prst="rect">
            <a:avLst/>
          </a:prstGeom>
        </p:spPr>
        <p:txBody>
          <a:bodyPr lIns="0" tIns="28908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20000" y="1270000"/>
            <a:ext cx="4406900" cy="850900"/>
          </a:xfrm>
          <a:prstGeom prst="rect">
            <a:avLst/>
          </a:prstGeom>
        </p:spPr>
        <p:txBody>
          <a:bodyPr lIns="0" tIns="7609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상담 · 예약 안내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1244600" y="4864100"/>
            <a:ext cx="5194300" cy="20447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435100" y="673100"/>
            <a:ext cx="4800600" cy="1041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397000" y="51435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787878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9000" y="51816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46500" y="62484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과목별 진단 테스트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1244600" y="7175500"/>
            <a:ext cx="5194300" cy="20447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435100" y="673100"/>
            <a:ext cx="4800600" cy="150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1397000" y="7467600"/>
            <a:ext cx="901700" cy="698500"/>
          </a:xfrm>
          <a:prstGeom prst="rect">
            <a:avLst/>
          </a:prstGeom>
        </p:spPr>
        <p:txBody>
          <a:bodyPr lIns="0" tIns="6208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787878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59000" y="75057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46500" y="85725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담임 및 반 배정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4900" y="4775200"/>
            <a:ext cx="1435100" cy="1435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64900" y="7315200"/>
            <a:ext cx="1435100" cy="143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2700"/>
            <a:ext cx="14198600" cy="10058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" y="203200"/>
            <a:ext cx="139065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8636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" y="12446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2552700"/>
            <a:ext cx="6172200" cy="1676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1700" y="533400"/>
            <a:ext cx="5981700" cy="571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79500" y="2857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한 과목만 등록할 수 있나요?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0" y="3302000"/>
            <a:ext cx="51435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가능합니다. 다만 전 과목 패키지를 추천드립니다.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4457700"/>
            <a:ext cx="6172200" cy="1676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01700" y="533400"/>
            <a:ext cx="59817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79500" y="4762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중간에 과목을 추가할 수 있나요?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000" y="5207000"/>
            <a:ext cx="51435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네, 언제든 담임선생님과 상담 후 추가 등록이 가능합니다.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12800" y="6337300"/>
            <a:ext cx="6172200" cy="1676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01700" y="533400"/>
            <a:ext cx="5981700" cy="132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79500" y="66421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진단 테스트는 어떻게 진행되나요?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00" y="70866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테스트는 과목별 30분 내외로 진행되며, 학생 개인별 수준과 약점 등을 파악합니다.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7289800" y="2552700"/>
            <a:ext cx="6172200" cy="1676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5803900" y="533400"/>
            <a:ext cx="9118600" cy="571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543800" y="28575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 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담임이 모든 과목을 가르치나요?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01000" y="33020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담임선생님은 통합 관리만 하시며, 각 과목은 전담 강사가</a:t>
            </a:r>
          </a:p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수업합니다.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7277100" y="4432300"/>
            <a:ext cx="6172200" cy="1676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5803900" y="533400"/>
            <a:ext cx="9105900" cy="947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543800" y="47371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  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리포트는 얼마나 자주 받나요?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88300" y="5181600"/>
            <a:ext cx="5143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주간 통합 리포트가 담임선생님 단일 채널로 발송되므로 매주 받아보실 수 있습니다.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7277100" y="6311900"/>
            <a:ext cx="6172200" cy="1676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803900" y="533400"/>
            <a:ext cx="9093200" cy="132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7543800" y="6616700"/>
            <a:ext cx="5588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2007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0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기간에는 어떻게 운영되나요?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300" y="7061200"/>
            <a:ext cx="51435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96" b="0" i="0" u="none" strike="noStrike">
                <a:solidFill>
                  <a:srgbClr val="000000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시험 4주 전부터 전 과목 동시 진행 부스터가 가동됩니다.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467</Words>
  <Application>Microsoft Office PowerPoint</Application>
  <PresentationFormat>사용자 지정</PresentationFormat>
  <Paragraphs>185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Pretendard SemiBold</vt:lpstr>
      <vt:lpstr>Pretendard Regular</vt:lpstr>
      <vt:lpstr>Arial</vt:lpstr>
      <vt:lpstr>Pretendard Medium</vt:lpstr>
      <vt:lpstr>Pretendard Bold</vt:lpstr>
      <vt:lpstr>Pretendard ExtraBold</vt:lpstr>
      <vt:lpstr>Calibri</vt:lpstr>
      <vt:lpstr>Pretendard Light</vt:lpstr>
      <vt:lpstr>210 Mystery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3</cp:revision>
  <dcterms:created xsi:type="dcterms:W3CDTF">2006-08-16T00:00:00Z</dcterms:created>
  <dcterms:modified xsi:type="dcterms:W3CDTF">2026-06-26T10:04:30Z</dcterms:modified>
</cp:coreProperties>
</file>